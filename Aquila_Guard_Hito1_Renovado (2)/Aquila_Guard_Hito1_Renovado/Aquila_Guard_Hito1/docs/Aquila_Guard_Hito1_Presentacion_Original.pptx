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320" y="1895725"/>
            <a:ext cx="9285605" cy="2215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4320" y="1895725"/>
            <a:ext cx="9285605" cy="2215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8.jp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3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7289800" cy="10157460"/>
            <a:chOff x="0" y="0"/>
            <a:chExt cx="7289800" cy="1015746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661670" cy="101573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1142" y="7688453"/>
              <a:ext cx="5523230" cy="549910"/>
            </a:xfrm>
            <a:custGeom>
              <a:avLst/>
              <a:gdLst/>
              <a:ahLst/>
              <a:cxnLst/>
              <a:rect l="l" t="t" r="r" b="b"/>
              <a:pathLst>
                <a:path w="5523230" h="549909">
                  <a:moveTo>
                    <a:pt x="5411749" y="549863"/>
                  </a:moveTo>
                  <a:lnTo>
                    <a:pt x="111357" y="549863"/>
                  </a:lnTo>
                  <a:lnTo>
                    <a:pt x="68165" y="541238"/>
                  </a:lnTo>
                  <a:lnTo>
                    <a:pt x="32752" y="517607"/>
                  </a:lnTo>
                  <a:lnTo>
                    <a:pt x="8802" y="482338"/>
                  </a:lnTo>
                  <a:lnTo>
                    <a:pt x="0" y="438802"/>
                  </a:lnTo>
                  <a:lnTo>
                    <a:pt x="0" y="111061"/>
                  </a:lnTo>
                  <a:lnTo>
                    <a:pt x="8802" y="67984"/>
                  </a:lnTo>
                  <a:lnTo>
                    <a:pt x="32752" y="32665"/>
                  </a:lnTo>
                  <a:lnTo>
                    <a:pt x="68165" y="8778"/>
                  </a:lnTo>
                  <a:lnTo>
                    <a:pt x="111357" y="0"/>
                  </a:lnTo>
                  <a:lnTo>
                    <a:pt x="5411749" y="0"/>
                  </a:lnTo>
                  <a:lnTo>
                    <a:pt x="5454941" y="8778"/>
                  </a:lnTo>
                  <a:lnTo>
                    <a:pt x="5490354" y="32665"/>
                  </a:lnTo>
                  <a:lnTo>
                    <a:pt x="5514304" y="67984"/>
                  </a:lnTo>
                  <a:lnTo>
                    <a:pt x="5523107" y="111061"/>
                  </a:lnTo>
                  <a:lnTo>
                    <a:pt x="5523107" y="438802"/>
                  </a:lnTo>
                  <a:lnTo>
                    <a:pt x="5514458" y="482338"/>
                  </a:lnTo>
                  <a:lnTo>
                    <a:pt x="5490764" y="517607"/>
                  </a:lnTo>
                  <a:lnTo>
                    <a:pt x="5455402" y="541238"/>
                  </a:lnTo>
                  <a:lnTo>
                    <a:pt x="5411749" y="549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55683" y="7683009"/>
              <a:ext cx="5534025" cy="561340"/>
            </a:xfrm>
            <a:custGeom>
              <a:avLst/>
              <a:gdLst/>
              <a:ahLst/>
              <a:cxnLst/>
              <a:rect l="l" t="t" r="r" b="b"/>
              <a:pathLst>
                <a:path w="5534025" h="561340">
                  <a:moveTo>
                    <a:pt x="5417208" y="560752"/>
                  </a:moveTo>
                  <a:lnTo>
                    <a:pt x="116816" y="560752"/>
                  </a:lnTo>
                  <a:lnTo>
                    <a:pt x="71389" y="551582"/>
                  </a:lnTo>
                  <a:lnTo>
                    <a:pt x="34253" y="526590"/>
                  </a:lnTo>
                  <a:lnTo>
                    <a:pt x="9194" y="489552"/>
                  </a:lnTo>
                  <a:lnTo>
                    <a:pt x="0" y="444246"/>
                  </a:lnTo>
                  <a:lnTo>
                    <a:pt x="0" y="116505"/>
                  </a:lnTo>
                  <a:lnTo>
                    <a:pt x="9194" y="71199"/>
                  </a:lnTo>
                  <a:lnTo>
                    <a:pt x="34253" y="34162"/>
                  </a:lnTo>
                  <a:lnTo>
                    <a:pt x="71389" y="9170"/>
                  </a:lnTo>
                  <a:lnTo>
                    <a:pt x="116816" y="0"/>
                  </a:lnTo>
                  <a:lnTo>
                    <a:pt x="5417208" y="0"/>
                  </a:lnTo>
                  <a:lnTo>
                    <a:pt x="5462634" y="9170"/>
                  </a:lnTo>
                  <a:lnTo>
                    <a:pt x="5465188" y="10888"/>
                  </a:lnTo>
                  <a:lnTo>
                    <a:pt x="116816" y="10888"/>
                  </a:lnTo>
                  <a:lnTo>
                    <a:pt x="95373" y="13049"/>
                  </a:lnTo>
                  <a:lnTo>
                    <a:pt x="57401" y="28803"/>
                  </a:lnTo>
                  <a:lnTo>
                    <a:pt x="28879" y="57249"/>
                  </a:lnTo>
                  <a:lnTo>
                    <a:pt x="13083" y="95120"/>
                  </a:lnTo>
                  <a:lnTo>
                    <a:pt x="10917" y="116505"/>
                  </a:lnTo>
                  <a:lnTo>
                    <a:pt x="10917" y="444246"/>
                  </a:lnTo>
                  <a:lnTo>
                    <a:pt x="19116" y="485486"/>
                  </a:lnTo>
                  <a:lnTo>
                    <a:pt x="41486" y="519376"/>
                  </a:lnTo>
                  <a:lnTo>
                    <a:pt x="75466" y="541561"/>
                  </a:lnTo>
                  <a:lnTo>
                    <a:pt x="116816" y="549863"/>
                  </a:lnTo>
                  <a:lnTo>
                    <a:pt x="5417208" y="549863"/>
                  </a:lnTo>
                  <a:lnTo>
                    <a:pt x="5417208" y="560752"/>
                  </a:lnTo>
                  <a:close/>
                </a:path>
                <a:path w="5534025" h="561340">
                  <a:moveTo>
                    <a:pt x="5417208" y="560752"/>
                  </a:moveTo>
                  <a:lnTo>
                    <a:pt x="5417208" y="549863"/>
                  </a:lnTo>
                  <a:lnTo>
                    <a:pt x="5438650" y="547856"/>
                  </a:lnTo>
                  <a:lnTo>
                    <a:pt x="5458557" y="541969"/>
                  </a:lnTo>
                  <a:lnTo>
                    <a:pt x="5492538" y="519376"/>
                  </a:lnTo>
                  <a:lnTo>
                    <a:pt x="5514782" y="485486"/>
                  </a:lnTo>
                  <a:lnTo>
                    <a:pt x="5523106" y="444246"/>
                  </a:lnTo>
                  <a:lnTo>
                    <a:pt x="5523106" y="116505"/>
                  </a:lnTo>
                  <a:lnTo>
                    <a:pt x="5515191" y="75266"/>
                  </a:lnTo>
                  <a:lnTo>
                    <a:pt x="5492538" y="41375"/>
                  </a:lnTo>
                  <a:lnTo>
                    <a:pt x="5458557" y="19190"/>
                  </a:lnTo>
                  <a:lnTo>
                    <a:pt x="5417208" y="10888"/>
                  </a:lnTo>
                  <a:lnTo>
                    <a:pt x="5465188" y="10888"/>
                  </a:lnTo>
                  <a:lnTo>
                    <a:pt x="5499771" y="34162"/>
                  </a:lnTo>
                  <a:lnTo>
                    <a:pt x="5524829" y="71199"/>
                  </a:lnTo>
                  <a:lnTo>
                    <a:pt x="5534024" y="116505"/>
                  </a:lnTo>
                  <a:lnTo>
                    <a:pt x="5534024" y="444246"/>
                  </a:lnTo>
                  <a:lnTo>
                    <a:pt x="5524829" y="489552"/>
                  </a:lnTo>
                  <a:lnTo>
                    <a:pt x="5499770" y="526590"/>
                  </a:lnTo>
                  <a:lnTo>
                    <a:pt x="5462634" y="551582"/>
                  </a:lnTo>
                  <a:lnTo>
                    <a:pt x="5417208" y="5607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7471" y="7883356"/>
              <a:ext cx="160485" cy="1589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38004" y="7822380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70">
                  <a:moveTo>
                    <a:pt x="104806" y="209057"/>
                  </a:moveTo>
                  <a:lnTo>
                    <a:pt x="63766" y="200788"/>
                  </a:lnTo>
                  <a:lnTo>
                    <a:pt x="63944" y="200788"/>
                  </a:lnTo>
                  <a:lnTo>
                    <a:pt x="30705" y="178433"/>
                  </a:lnTo>
                  <a:lnTo>
                    <a:pt x="8239" y="145206"/>
                  </a:lnTo>
                  <a:lnTo>
                    <a:pt x="0" y="104528"/>
                  </a:lnTo>
                  <a:lnTo>
                    <a:pt x="8239" y="63850"/>
                  </a:lnTo>
                  <a:lnTo>
                    <a:pt x="30705" y="30623"/>
                  </a:lnTo>
                  <a:lnTo>
                    <a:pt x="64020" y="8217"/>
                  </a:lnTo>
                  <a:lnTo>
                    <a:pt x="104806" y="0"/>
                  </a:lnTo>
                  <a:lnTo>
                    <a:pt x="145593" y="8217"/>
                  </a:lnTo>
                  <a:lnTo>
                    <a:pt x="178908" y="30623"/>
                  </a:lnTo>
                  <a:lnTo>
                    <a:pt x="186915" y="42464"/>
                  </a:lnTo>
                  <a:lnTo>
                    <a:pt x="103715" y="42464"/>
                  </a:lnTo>
                  <a:lnTo>
                    <a:pt x="79713" y="47432"/>
                  </a:lnTo>
                  <a:lnTo>
                    <a:pt x="59909" y="60975"/>
                  </a:lnTo>
                  <a:lnTo>
                    <a:pt x="46450" y="81050"/>
                  </a:lnTo>
                  <a:lnTo>
                    <a:pt x="41486" y="105617"/>
                  </a:lnTo>
                  <a:lnTo>
                    <a:pt x="46450" y="129554"/>
                  </a:lnTo>
                  <a:lnTo>
                    <a:pt x="59909" y="149307"/>
                  </a:lnTo>
                  <a:lnTo>
                    <a:pt x="79713" y="162730"/>
                  </a:lnTo>
                  <a:lnTo>
                    <a:pt x="103715" y="167681"/>
                  </a:lnTo>
                  <a:lnTo>
                    <a:pt x="203063" y="167681"/>
                  </a:lnTo>
                  <a:lnTo>
                    <a:pt x="230356" y="194902"/>
                  </a:lnTo>
                  <a:lnTo>
                    <a:pt x="157210" y="194902"/>
                  </a:lnTo>
                  <a:lnTo>
                    <a:pt x="145337" y="200788"/>
                  </a:lnTo>
                  <a:lnTo>
                    <a:pt x="132646" y="205246"/>
                  </a:lnTo>
                  <a:lnTo>
                    <a:pt x="119135" y="208070"/>
                  </a:lnTo>
                  <a:lnTo>
                    <a:pt x="104806" y="209057"/>
                  </a:lnTo>
                  <a:close/>
                </a:path>
                <a:path w="280669" h="280670">
                  <a:moveTo>
                    <a:pt x="203063" y="167681"/>
                  </a:moveTo>
                  <a:lnTo>
                    <a:pt x="103715" y="167681"/>
                  </a:lnTo>
                  <a:lnTo>
                    <a:pt x="128347" y="162883"/>
                  </a:lnTo>
                  <a:lnTo>
                    <a:pt x="148476" y="149715"/>
                  </a:lnTo>
                  <a:lnTo>
                    <a:pt x="162054" y="130014"/>
                  </a:lnTo>
                  <a:lnTo>
                    <a:pt x="167036" y="105617"/>
                  </a:lnTo>
                  <a:lnTo>
                    <a:pt x="162054" y="81050"/>
                  </a:lnTo>
                  <a:lnTo>
                    <a:pt x="148476" y="60975"/>
                  </a:lnTo>
                  <a:lnTo>
                    <a:pt x="128347" y="47432"/>
                  </a:lnTo>
                  <a:lnTo>
                    <a:pt x="103715" y="42464"/>
                  </a:lnTo>
                  <a:lnTo>
                    <a:pt x="186915" y="42464"/>
                  </a:lnTo>
                  <a:lnTo>
                    <a:pt x="201374" y="63850"/>
                  </a:lnTo>
                  <a:lnTo>
                    <a:pt x="209613" y="104528"/>
                  </a:lnTo>
                  <a:lnTo>
                    <a:pt x="208607" y="119619"/>
                  </a:lnTo>
                  <a:lnTo>
                    <a:pt x="205656" y="133791"/>
                  </a:lnTo>
                  <a:lnTo>
                    <a:pt x="200862" y="146942"/>
                  </a:lnTo>
                  <a:lnTo>
                    <a:pt x="194329" y="158970"/>
                  </a:lnTo>
                  <a:lnTo>
                    <a:pt x="203063" y="167681"/>
                  </a:lnTo>
                  <a:close/>
                </a:path>
                <a:path w="280669" h="280670">
                  <a:moveTo>
                    <a:pt x="253965" y="280648"/>
                  </a:moveTo>
                  <a:lnTo>
                    <a:pt x="244225" y="278810"/>
                  </a:lnTo>
                  <a:lnTo>
                    <a:pt x="235815" y="273298"/>
                  </a:lnTo>
                  <a:lnTo>
                    <a:pt x="157210" y="194902"/>
                  </a:lnTo>
                  <a:lnTo>
                    <a:pt x="230356" y="194902"/>
                  </a:lnTo>
                  <a:lnTo>
                    <a:pt x="272934" y="237367"/>
                  </a:lnTo>
                  <a:lnTo>
                    <a:pt x="278461" y="246349"/>
                  </a:lnTo>
                  <a:lnTo>
                    <a:pt x="280303" y="256149"/>
                  </a:lnTo>
                  <a:lnTo>
                    <a:pt x="278461" y="265540"/>
                  </a:lnTo>
                  <a:lnTo>
                    <a:pt x="272934" y="273298"/>
                  </a:lnTo>
                  <a:lnTo>
                    <a:pt x="263910" y="278810"/>
                  </a:lnTo>
                  <a:lnTo>
                    <a:pt x="253965" y="280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753535" y="3629734"/>
            <a:ext cx="4681220" cy="16008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300" spc="-535"/>
              <a:t>A</a:t>
            </a:r>
            <a:r>
              <a:rPr dirty="0" sz="10300" spc="-200"/>
              <a:t>Q</a:t>
            </a:r>
            <a:r>
              <a:rPr dirty="0" sz="10300" spc="-215"/>
              <a:t>U</a:t>
            </a:r>
            <a:r>
              <a:rPr dirty="0" sz="10300" spc="-235"/>
              <a:t>I</a:t>
            </a:r>
            <a:r>
              <a:rPr dirty="0" sz="10300" spc="-215"/>
              <a:t>L</a:t>
            </a:r>
            <a:r>
              <a:rPr dirty="0" sz="10300" spc="245"/>
              <a:t>A</a:t>
            </a:r>
            <a:endParaRPr sz="10300"/>
          </a:p>
        </p:txBody>
      </p:sp>
      <p:sp>
        <p:nvSpPr>
          <p:cNvPr id="14" name="object 14"/>
          <p:cNvSpPr txBox="1"/>
          <p:nvPr/>
        </p:nvSpPr>
        <p:spPr>
          <a:xfrm>
            <a:off x="1753535" y="4893731"/>
            <a:ext cx="4721860" cy="3208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0300" spc="-965">
                <a:solidFill>
                  <a:srgbClr val="EBF5FE"/>
                </a:solidFill>
                <a:latin typeface="Arial Black"/>
                <a:cs typeface="Arial Black"/>
              </a:rPr>
              <a:t>G</a:t>
            </a:r>
            <a:r>
              <a:rPr dirty="0" sz="10300" spc="-1015">
                <a:solidFill>
                  <a:srgbClr val="EBF5FE"/>
                </a:solidFill>
                <a:latin typeface="Arial Black"/>
                <a:cs typeface="Arial Black"/>
              </a:rPr>
              <a:t>U</a:t>
            </a:r>
            <a:r>
              <a:rPr dirty="0" sz="10300" spc="-990">
                <a:solidFill>
                  <a:srgbClr val="EBF5FE"/>
                </a:solidFill>
                <a:latin typeface="Arial Black"/>
                <a:cs typeface="Arial Black"/>
              </a:rPr>
              <a:t>A</a:t>
            </a:r>
            <a:r>
              <a:rPr dirty="0" sz="10300" spc="-1010">
                <a:solidFill>
                  <a:srgbClr val="EBF5FE"/>
                </a:solidFill>
                <a:latin typeface="Arial Black"/>
                <a:cs typeface="Arial Black"/>
              </a:rPr>
              <a:t>R</a:t>
            </a:r>
            <a:r>
              <a:rPr dirty="0" sz="10300" spc="-475">
                <a:solidFill>
                  <a:srgbClr val="EBF5FE"/>
                </a:solidFill>
                <a:latin typeface="Arial Black"/>
                <a:cs typeface="Arial Black"/>
              </a:rPr>
              <a:t>D</a:t>
            </a:r>
            <a:endParaRPr sz="10300">
              <a:latin typeface="Arial Black"/>
              <a:cs typeface="Arial Black"/>
            </a:endParaRPr>
          </a:p>
          <a:p>
            <a:pPr algn="ctr" marL="33020">
              <a:lnSpc>
                <a:spcPct val="100000"/>
              </a:lnSpc>
              <a:spcBef>
                <a:spcPts val="10490"/>
              </a:spcBef>
            </a:pPr>
            <a:r>
              <a:rPr dirty="0" sz="1800" spc="-50">
                <a:solidFill>
                  <a:srgbClr val="3C66BE"/>
                </a:solidFill>
                <a:latin typeface="Arial Black"/>
                <a:cs typeface="Arial Black"/>
              </a:rPr>
              <a:t>Aquila_Guard_Prototipo.html</a:t>
            </a:r>
            <a:endParaRPr sz="18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5300" y="0"/>
            <a:ext cx="7322699" cy="102869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30164" y="2750983"/>
            <a:ext cx="4695824" cy="46958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940823" y="4782679"/>
            <a:ext cx="636905" cy="636905"/>
          </a:xfrm>
          <a:custGeom>
            <a:avLst/>
            <a:gdLst/>
            <a:ahLst/>
            <a:cxnLst/>
            <a:rect l="l" t="t" r="r" b="b"/>
            <a:pathLst>
              <a:path w="636905" h="636904">
                <a:moveTo>
                  <a:pt x="461530" y="320471"/>
                </a:moveTo>
                <a:lnTo>
                  <a:pt x="461352" y="320052"/>
                </a:lnTo>
                <a:lnTo>
                  <a:pt x="461352" y="318770"/>
                </a:lnTo>
                <a:lnTo>
                  <a:pt x="460438" y="317868"/>
                </a:lnTo>
                <a:lnTo>
                  <a:pt x="459308" y="315125"/>
                </a:lnTo>
                <a:lnTo>
                  <a:pt x="329984" y="185712"/>
                </a:lnTo>
                <a:lnTo>
                  <a:pt x="321538" y="185712"/>
                </a:lnTo>
                <a:lnTo>
                  <a:pt x="311035" y="196126"/>
                </a:lnTo>
                <a:lnTo>
                  <a:pt x="311035" y="204571"/>
                </a:lnTo>
                <a:lnTo>
                  <a:pt x="419277" y="312813"/>
                </a:lnTo>
                <a:lnTo>
                  <a:pt x="183400" y="312813"/>
                </a:lnTo>
                <a:lnTo>
                  <a:pt x="177444" y="318770"/>
                </a:lnTo>
                <a:lnTo>
                  <a:pt x="177444" y="333540"/>
                </a:lnTo>
                <a:lnTo>
                  <a:pt x="183400" y="339496"/>
                </a:lnTo>
                <a:lnTo>
                  <a:pt x="419277" y="339496"/>
                </a:lnTo>
                <a:lnTo>
                  <a:pt x="311035" y="447649"/>
                </a:lnTo>
                <a:lnTo>
                  <a:pt x="311035" y="456107"/>
                </a:lnTo>
                <a:lnTo>
                  <a:pt x="318871" y="463931"/>
                </a:lnTo>
                <a:lnTo>
                  <a:pt x="322338" y="465264"/>
                </a:lnTo>
                <a:lnTo>
                  <a:pt x="325716" y="465264"/>
                </a:lnTo>
                <a:lnTo>
                  <a:pt x="329095" y="465264"/>
                </a:lnTo>
                <a:lnTo>
                  <a:pt x="332562" y="463931"/>
                </a:lnTo>
                <a:lnTo>
                  <a:pt x="459308" y="337273"/>
                </a:lnTo>
                <a:lnTo>
                  <a:pt x="460476" y="334416"/>
                </a:lnTo>
                <a:lnTo>
                  <a:pt x="461352" y="333540"/>
                </a:lnTo>
                <a:lnTo>
                  <a:pt x="461352" y="332295"/>
                </a:lnTo>
                <a:lnTo>
                  <a:pt x="461530" y="331851"/>
                </a:lnTo>
                <a:lnTo>
                  <a:pt x="461530" y="320471"/>
                </a:lnTo>
                <a:close/>
              </a:path>
              <a:path w="636905" h="636904">
                <a:moveTo>
                  <a:pt x="636752" y="318414"/>
                </a:moveTo>
                <a:lnTo>
                  <a:pt x="633298" y="271424"/>
                </a:lnTo>
                <a:lnTo>
                  <a:pt x="633234" y="271157"/>
                </a:lnTo>
                <a:lnTo>
                  <a:pt x="623252" y="226555"/>
                </a:lnTo>
                <a:lnTo>
                  <a:pt x="623150" y="226288"/>
                </a:lnTo>
                <a:lnTo>
                  <a:pt x="610069" y="192024"/>
                </a:lnTo>
                <a:lnTo>
                  <a:pt x="610069" y="318414"/>
                </a:lnTo>
                <a:lnTo>
                  <a:pt x="606247" y="365683"/>
                </a:lnTo>
                <a:lnTo>
                  <a:pt x="595185" y="410540"/>
                </a:lnTo>
                <a:lnTo>
                  <a:pt x="577481" y="452386"/>
                </a:lnTo>
                <a:lnTo>
                  <a:pt x="553745" y="490613"/>
                </a:lnTo>
                <a:lnTo>
                  <a:pt x="524586" y="524624"/>
                </a:lnTo>
                <a:lnTo>
                  <a:pt x="490588" y="553808"/>
                </a:lnTo>
                <a:lnTo>
                  <a:pt x="452374" y="577545"/>
                </a:lnTo>
                <a:lnTo>
                  <a:pt x="410540" y="595261"/>
                </a:lnTo>
                <a:lnTo>
                  <a:pt x="365683" y="606336"/>
                </a:lnTo>
                <a:lnTo>
                  <a:pt x="318427" y="610158"/>
                </a:lnTo>
                <a:lnTo>
                  <a:pt x="271157" y="606336"/>
                </a:lnTo>
                <a:lnTo>
                  <a:pt x="226301" y="595261"/>
                </a:lnTo>
                <a:lnTo>
                  <a:pt x="184454" y="577545"/>
                </a:lnTo>
                <a:lnTo>
                  <a:pt x="146227" y="553808"/>
                </a:lnTo>
                <a:lnTo>
                  <a:pt x="112217" y="524624"/>
                </a:lnTo>
                <a:lnTo>
                  <a:pt x="83032" y="490613"/>
                </a:lnTo>
                <a:lnTo>
                  <a:pt x="59296" y="452386"/>
                </a:lnTo>
                <a:lnTo>
                  <a:pt x="41579" y="410540"/>
                </a:lnTo>
                <a:lnTo>
                  <a:pt x="30505" y="365683"/>
                </a:lnTo>
                <a:lnTo>
                  <a:pt x="30492" y="365391"/>
                </a:lnTo>
                <a:lnTo>
                  <a:pt x="26682" y="318414"/>
                </a:lnTo>
                <a:lnTo>
                  <a:pt x="30505" y="271157"/>
                </a:lnTo>
                <a:lnTo>
                  <a:pt x="41579" y="226288"/>
                </a:lnTo>
                <a:lnTo>
                  <a:pt x="59385" y="184302"/>
                </a:lnTo>
                <a:lnTo>
                  <a:pt x="83032" y="146215"/>
                </a:lnTo>
                <a:lnTo>
                  <a:pt x="112217" y="112217"/>
                </a:lnTo>
                <a:lnTo>
                  <a:pt x="146227" y="83032"/>
                </a:lnTo>
                <a:lnTo>
                  <a:pt x="184454" y="59296"/>
                </a:lnTo>
                <a:lnTo>
                  <a:pt x="226301" y="41579"/>
                </a:lnTo>
                <a:lnTo>
                  <a:pt x="271157" y="30505"/>
                </a:lnTo>
                <a:lnTo>
                  <a:pt x="318427" y="26682"/>
                </a:lnTo>
                <a:lnTo>
                  <a:pt x="365658" y="30505"/>
                </a:lnTo>
                <a:lnTo>
                  <a:pt x="410502" y="41579"/>
                </a:lnTo>
                <a:lnTo>
                  <a:pt x="452335" y="59296"/>
                </a:lnTo>
                <a:lnTo>
                  <a:pt x="490550" y="83032"/>
                </a:lnTo>
                <a:lnTo>
                  <a:pt x="524548" y="112217"/>
                </a:lnTo>
                <a:lnTo>
                  <a:pt x="553720" y="146215"/>
                </a:lnTo>
                <a:lnTo>
                  <a:pt x="577380" y="184302"/>
                </a:lnTo>
                <a:lnTo>
                  <a:pt x="595172" y="226288"/>
                </a:lnTo>
                <a:lnTo>
                  <a:pt x="595236" y="226555"/>
                </a:lnTo>
                <a:lnTo>
                  <a:pt x="606247" y="271157"/>
                </a:lnTo>
                <a:lnTo>
                  <a:pt x="606259" y="271424"/>
                </a:lnTo>
                <a:lnTo>
                  <a:pt x="610069" y="318414"/>
                </a:lnTo>
                <a:lnTo>
                  <a:pt x="610069" y="192024"/>
                </a:lnTo>
                <a:lnTo>
                  <a:pt x="585406" y="145161"/>
                </a:lnTo>
                <a:lnTo>
                  <a:pt x="558596" y="109626"/>
                </a:lnTo>
                <a:lnTo>
                  <a:pt x="527177" y="78206"/>
                </a:lnTo>
                <a:lnTo>
                  <a:pt x="491655" y="51371"/>
                </a:lnTo>
                <a:lnTo>
                  <a:pt x="452513" y="29641"/>
                </a:lnTo>
                <a:lnTo>
                  <a:pt x="410273" y="13512"/>
                </a:lnTo>
                <a:lnTo>
                  <a:pt x="365404" y="3467"/>
                </a:lnTo>
                <a:lnTo>
                  <a:pt x="318427" y="0"/>
                </a:lnTo>
                <a:lnTo>
                  <a:pt x="271462" y="3467"/>
                </a:lnTo>
                <a:lnTo>
                  <a:pt x="226593" y="13512"/>
                </a:lnTo>
                <a:lnTo>
                  <a:pt x="184340" y="29641"/>
                </a:lnTo>
                <a:lnTo>
                  <a:pt x="145199" y="51371"/>
                </a:lnTo>
                <a:lnTo>
                  <a:pt x="109664" y="78206"/>
                </a:lnTo>
                <a:lnTo>
                  <a:pt x="78232" y="109626"/>
                </a:lnTo>
                <a:lnTo>
                  <a:pt x="51409" y="145161"/>
                </a:lnTo>
                <a:lnTo>
                  <a:pt x="29667" y="184302"/>
                </a:lnTo>
                <a:lnTo>
                  <a:pt x="13525" y="226555"/>
                </a:lnTo>
                <a:lnTo>
                  <a:pt x="3467" y="271424"/>
                </a:lnTo>
                <a:lnTo>
                  <a:pt x="0" y="318414"/>
                </a:lnTo>
                <a:lnTo>
                  <a:pt x="3467" y="365391"/>
                </a:lnTo>
                <a:lnTo>
                  <a:pt x="13512" y="410235"/>
                </a:lnTo>
                <a:lnTo>
                  <a:pt x="29616" y="452386"/>
                </a:lnTo>
                <a:lnTo>
                  <a:pt x="51371" y="491617"/>
                </a:lnTo>
                <a:lnTo>
                  <a:pt x="78206" y="527138"/>
                </a:lnTo>
                <a:lnTo>
                  <a:pt x="109626" y="558558"/>
                </a:lnTo>
                <a:lnTo>
                  <a:pt x="145161" y="585381"/>
                </a:lnTo>
                <a:lnTo>
                  <a:pt x="184302" y="607110"/>
                </a:lnTo>
                <a:lnTo>
                  <a:pt x="226568" y="623239"/>
                </a:lnTo>
                <a:lnTo>
                  <a:pt x="271437" y="633285"/>
                </a:lnTo>
                <a:lnTo>
                  <a:pt x="318427" y="636752"/>
                </a:lnTo>
                <a:lnTo>
                  <a:pt x="319620" y="636752"/>
                </a:lnTo>
                <a:lnTo>
                  <a:pt x="366598" y="633285"/>
                </a:lnTo>
                <a:lnTo>
                  <a:pt x="365785" y="633285"/>
                </a:lnTo>
                <a:lnTo>
                  <a:pt x="410641" y="623239"/>
                </a:lnTo>
                <a:lnTo>
                  <a:pt x="410476" y="623239"/>
                </a:lnTo>
                <a:lnTo>
                  <a:pt x="444741" y="610158"/>
                </a:lnTo>
                <a:lnTo>
                  <a:pt x="452640" y="607110"/>
                </a:lnTo>
                <a:lnTo>
                  <a:pt x="491718" y="585381"/>
                </a:lnTo>
                <a:lnTo>
                  <a:pt x="527215" y="558558"/>
                </a:lnTo>
                <a:lnTo>
                  <a:pt x="558622" y="527138"/>
                </a:lnTo>
                <a:lnTo>
                  <a:pt x="585419" y="491617"/>
                </a:lnTo>
                <a:lnTo>
                  <a:pt x="607161" y="452386"/>
                </a:lnTo>
                <a:lnTo>
                  <a:pt x="623252" y="410235"/>
                </a:lnTo>
                <a:lnTo>
                  <a:pt x="633298" y="365391"/>
                </a:lnTo>
                <a:lnTo>
                  <a:pt x="636752" y="318414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161774" y="7365913"/>
            <a:ext cx="2637155" cy="654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72819" marR="5080" indent="-960755">
              <a:lnSpc>
                <a:spcPct val="117900"/>
              </a:lnSpc>
              <a:spcBef>
                <a:spcPts val="90"/>
              </a:spcBef>
            </a:pPr>
            <a:r>
              <a:rPr dirty="0" sz="1750" spc="-90">
                <a:solidFill>
                  <a:srgbClr val="F0F6FE"/>
                </a:solidFill>
                <a:latin typeface="Arial Black"/>
                <a:cs typeface="Arial Black"/>
              </a:rPr>
              <a:t>Orientacion</a:t>
            </a:r>
            <a:r>
              <a:rPr dirty="0" sz="1750" spc="-254">
                <a:solidFill>
                  <a:srgbClr val="F0F6FE"/>
                </a:solidFill>
                <a:latin typeface="Arial Black"/>
                <a:cs typeface="Arial Black"/>
              </a:rPr>
              <a:t> </a:t>
            </a:r>
            <a:r>
              <a:rPr dirty="0" sz="1750" spc="-95">
                <a:solidFill>
                  <a:srgbClr val="F0F6FE"/>
                </a:solidFill>
                <a:latin typeface="Arial Black"/>
                <a:cs typeface="Arial Black"/>
              </a:rPr>
              <a:t>Digital</a:t>
            </a:r>
            <a:r>
              <a:rPr dirty="0" sz="1750" spc="-250">
                <a:solidFill>
                  <a:srgbClr val="F0F6FE"/>
                </a:solidFill>
                <a:latin typeface="Arial Black"/>
                <a:cs typeface="Arial Black"/>
              </a:rPr>
              <a:t> </a:t>
            </a:r>
            <a:r>
              <a:rPr dirty="0" sz="1750" spc="-65">
                <a:solidFill>
                  <a:srgbClr val="F0F6FE"/>
                </a:solidFill>
                <a:latin typeface="Arial Black"/>
                <a:cs typeface="Arial Black"/>
              </a:rPr>
              <a:t>Para </a:t>
            </a:r>
            <a:r>
              <a:rPr dirty="0" sz="1750" spc="-20">
                <a:solidFill>
                  <a:srgbClr val="F0F6FE"/>
                </a:solidFill>
                <a:latin typeface="Arial Black"/>
                <a:cs typeface="Arial Black"/>
              </a:rPr>
              <a:t>Todos</a:t>
            </a:r>
            <a:endParaRPr sz="175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70150" y="9669151"/>
            <a:ext cx="617848" cy="617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293" y="948670"/>
            <a:ext cx="380999" cy="3809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6784282" y="901953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344182" y="238975"/>
                </a:moveTo>
                <a:lnTo>
                  <a:pt x="344043" y="238645"/>
                </a:lnTo>
                <a:lnTo>
                  <a:pt x="344043" y="237718"/>
                </a:lnTo>
                <a:lnTo>
                  <a:pt x="343369" y="237058"/>
                </a:lnTo>
                <a:lnTo>
                  <a:pt x="342519" y="235000"/>
                </a:lnTo>
                <a:lnTo>
                  <a:pt x="246075" y="138493"/>
                </a:lnTo>
                <a:lnTo>
                  <a:pt x="239776" y="138493"/>
                </a:lnTo>
                <a:lnTo>
                  <a:pt x="231952" y="146253"/>
                </a:lnTo>
                <a:lnTo>
                  <a:pt x="231952" y="152552"/>
                </a:lnTo>
                <a:lnTo>
                  <a:pt x="312674" y="233273"/>
                </a:lnTo>
                <a:lnTo>
                  <a:pt x="136766" y="233273"/>
                </a:lnTo>
                <a:lnTo>
                  <a:pt x="132321" y="237718"/>
                </a:lnTo>
                <a:lnTo>
                  <a:pt x="132321" y="248729"/>
                </a:lnTo>
                <a:lnTo>
                  <a:pt x="136766" y="253174"/>
                </a:lnTo>
                <a:lnTo>
                  <a:pt x="312648" y="253174"/>
                </a:lnTo>
                <a:lnTo>
                  <a:pt x="231952" y="333819"/>
                </a:lnTo>
                <a:lnTo>
                  <a:pt x="231952" y="340131"/>
                </a:lnTo>
                <a:lnTo>
                  <a:pt x="237794" y="345960"/>
                </a:lnTo>
                <a:lnTo>
                  <a:pt x="240372" y="346964"/>
                </a:lnTo>
                <a:lnTo>
                  <a:pt x="242900" y="346964"/>
                </a:lnTo>
                <a:lnTo>
                  <a:pt x="245414" y="346964"/>
                </a:lnTo>
                <a:lnTo>
                  <a:pt x="248005" y="345960"/>
                </a:lnTo>
                <a:lnTo>
                  <a:pt x="342519" y="251510"/>
                </a:lnTo>
                <a:lnTo>
                  <a:pt x="343382" y="249389"/>
                </a:lnTo>
                <a:lnTo>
                  <a:pt x="344043" y="248729"/>
                </a:lnTo>
                <a:lnTo>
                  <a:pt x="344043" y="247802"/>
                </a:lnTo>
                <a:lnTo>
                  <a:pt x="344182" y="247459"/>
                </a:lnTo>
                <a:lnTo>
                  <a:pt x="344182" y="238975"/>
                </a:lnTo>
                <a:close/>
              </a:path>
              <a:path w="474980" h="474980">
                <a:moveTo>
                  <a:pt x="474840" y="237451"/>
                </a:moveTo>
                <a:lnTo>
                  <a:pt x="470014" y="189649"/>
                </a:lnTo>
                <a:lnTo>
                  <a:pt x="456171" y="145110"/>
                </a:lnTo>
                <a:lnTo>
                  <a:pt x="454952" y="142875"/>
                </a:lnTo>
                <a:lnTo>
                  <a:pt x="454952" y="237451"/>
                </a:lnTo>
                <a:lnTo>
                  <a:pt x="449199" y="287286"/>
                </a:lnTo>
                <a:lnTo>
                  <a:pt x="432816" y="333057"/>
                </a:lnTo>
                <a:lnTo>
                  <a:pt x="407123" y="373456"/>
                </a:lnTo>
                <a:lnTo>
                  <a:pt x="373430" y="407162"/>
                </a:lnTo>
                <a:lnTo>
                  <a:pt x="333044" y="432866"/>
                </a:lnTo>
                <a:lnTo>
                  <a:pt x="287286" y="449249"/>
                </a:lnTo>
                <a:lnTo>
                  <a:pt x="237451" y="455002"/>
                </a:lnTo>
                <a:lnTo>
                  <a:pt x="187629" y="449249"/>
                </a:lnTo>
                <a:lnTo>
                  <a:pt x="141859" y="432866"/>
                </a:lnTo>
                <a:lnTo>
                  <a:pt x="101460" y="407162"/>
                </a:lnTo>
                <a:lnTo>
                  <a:pt x="67741" y="373456"/>
                </a:lnTo>
                <a:lnTo>
                  <a:pt x="42037" y="333057"/>
                </a:lnTo>
                <a:lnTo>
                  <a:pt x="25654" y="287286"/>
                </a:lnTo>
                <a:lnTo>
                  <a:pt x="19900" y="237451"/>
                </a:lnTo>
                <a:lnTo>
                  <a:pt x="25654" y="187617"/>
                </a:lnTo>
                <a:lnTo>
                  <a:pt x="42037" y="141846"/>
                </a:lnTo>
                <a:lnTo>
                  <a:pt x="67741" y="101447"/>
                </a:lnTo>
                <a:lnTo>
                  <a:pt x="101460" y="67741"/>
                </a:lnTo>
                <a:lnTo>
                  <a:pt x="141859" y="42037"/>
                </a:lnTo>
                <a:lnTo>
                  <a:pt x="187629" y="25641"/>
                </a:lnTo>
                <a:lnTo>
                  <a:pt x="237451" y="19888"/>
                </a:lnTo>
                <a:lnTo>
                  <a:pt x="287261" y="25641"/>
                </a:lnTo>
                <a:lnTo>
                  <a:pt x="333019" y="42037"/>
                </a:lnTo>
                <a:lnTo>
                  <a:pt x="373405" y="67741"/>
                </a:lnTo>
                <a:lnTo>
                  <a:pt x="407111" y="101447"/>
                </a:lnTo>
                <a:lnTo>
                  <a:pt x="432803" y="141846"/>
                </a:lnTo>
                <a:lnTo>
                  <a:pt x="449199" y="187617"/>
                </a:lnTo>
                <a:lnTo>
                  <a:pt x="454952" y="237451"/>
                </a:lnTo>
                <a:lnTo>
                  <a:pt x="454952" y="142875"/>
                </a:lnTo>
                <a:lnTo>
                  <a:pt x="434263" y="104775"/>
                </a:lnTo>
                <a:lnTo>
                  <a:pt x="405257" y="69621"/>
                </a:lnTo>
                <a:lnTo>
                  <a:pt x="370103" y="40601"/>
                </a:lnTo>
                <a:lnTo>
                  <a:pt x="332003" y="19888"/>
                </a:lnTo>
                <a:lnTo>
                  <a:pt x="285254" y="4826"/>
                </a:lnTo>
                <a:lnTo>
                  <a:pt x="237451" y="0"/>
                </a:lnTo>
                <a:lnTo>
                  <a:pt x="189687" y="4826"/>
                </a:lnTo>
                <a:lnTo>
                  <a:pt x="145148" y="18681"/>
                </a:lnTo>
                <a:lnTo>
                  <a:pt x="104813" y="40601"/>
                </a:lnTo>
                <a:lnTo>
                  <a:pt x="69659" y="69621"/>
                </a:lnTo>
                <a:lnTo>
                  <a:pt x="40640" y="104775"/>
                </a:lnTo>
                <a:lnTo>
                  <a:pt x="18707" y="145110"/>
                </a:lnTo>
                <a:lnTo>
                  <a:pt x="4838" y="189649"/>
                </a:lnTo>
                <a:lnTo>
                  <a:pt x="0" y="237451"/>
                </a:lnTo>
                <a:lnTo>
                  <a:pt x="4838" y="285216"/>
                </a:lnTo>
                <a:lnTo>
                  <a:pt x="18694" y="329755"/>
                </a:lnTo>
                <a:lnTo>
                  <a:pt x="40614" y="370065"/>
                </a:lnTo>
                <a:lnTo>
                  <a:pt x="69634" y="405218"/>
                </a:lnTo>
                <a:lnTo>
                  <a:pt x="104787" y="434238"/>
                </a:lnTo>
                <a:lnTo>
                  <a:pt x="145122" y="456145"/>
                </a:lnTo>
                <a:lnTo>
                  <a:pt x="189661" y="470001"/>
                </a:lnTo>
                <a:lnTo>
                  <a:pt x="237464" y="474840"/>
                </a:lnTo>
                <a:lnTo>
                  <a:pt x="238112" y="474840"/>
                </a:lnTo>
                <a:lnTo>
                  <a:pt x="285889" y="470001"/>
                </a:lnTo>
                <a:lnTo>
                  <a:pt x="285445" y="470001"/>
                </a:lnTo>
                <a:lnTo>
                  <a:pt x="329882" y="456145"/>
                </a:lnTo>
                <a:lnTo>
                  <a:pt x="331978" y="455002"/>
                </a:lnTo>
                <a:lnTo>
                  <a:pt x="370154" y="434238"/>
                </a:lnTo>
                <a:lnTo>
                  <a:pt x="405269" y="405218"/>
                </a:lnTo>
                <a:lnTo>
                  <a:pt x="434263" y="370065"/>
                </a:lnTo>
                <a:lnTo>
                  <a:pt x="456171" y="329755"/>
                </a:lnTo>
                <a:lnTo>
                  <a:pt x="470014" y="285216"/>
                </a:lnTo>
                <a:lnTo>
                  <a:pt x="474840" y="237451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6542716" y="1819165"/>
            <a:ext cx="4187825" cy="9734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200" spc="55"/>
              <a:t>PROBLEMA</a:t>
            </a:r>
            <a:endParaRPr sz="6200"/>
          </a:p>
        </p:txBody>
      </p:sp>
      <p:sp>
        <p:nvSpPr>
          <p:cNvPr id="3" name="object 3"/>
          <p:cNvSpPr/>
          <p:nvPr/>
        </p:nvSpPr>
        <p:spPr>
          <a:xfrm>
            <a:off x="0" y="2621913"/>
            <a:ext cx="2914650" cy="385445"/>
          </a:xfrm>
          <a:custGeom>
            <a:avLst/>
            <a:gdLst/>
            <a:ahLst/>
            <a:cxnLst/>
            <a:rect l="l" t="t" r="r" b="b"/>
            <a:pathLst>
              <a:path w="2914650" h="385444">
                <a:moveTo>
                  <a:pt x="1011623" y="271136"/>
                </a:moveTo>
                <a:lnTo>
                  <a:pt x="956865" y="271136"/>
                </a:lnTo>
                <a:lnTo>
                  <a:pt x="1145913" y="81209"/>
                </a:lnTo>
                <a:lnTo>
                  <a:pt x="2714358" y="81209"/>
                </a:lnTo>
                <a:lnTo>
                  <a:pt x="2718394" y="67170"/>
                </a:lnTo>
                <a:lnTo>
                  <a:pt x="2741738" y="30126"/>
                </a:lnTo>
                <a:lnTo>
                  <a:pt x="2773681" y="8186"/>
                </a:lnTo>
                <a:lnTo>
                  <a:pt x="2813446" y="0"/>
                </a:lnTo>
                <a:lnTo>
                  <a:pt x="2833634" y="2128"/>
                </a:lnTo>
                <a:lnTo>
                  <a:pt x="2852722" y="8186"/>
                </a:lnTo>
                <a:lnTo>
                  <a:pt x="2870099" y="17682"/>
                </a:lnTo>
                <a:lnTo>
                  <a:pt x="2885154" y="30126"/>
                </a:lnTo>
                <a:lnTo>
                  <a:pt x="2892755" y="39295"/>
                </a:lnTo>
                <a:lnTo>
                  <a:pt x="2812142" y="39295"/>
                </a:lnTo>
                <a:lnTo>
                  <a:pt x="2799715" y="40502"/>
                </a:lnTo>
                <a:lnTo>
                  <a:pt x="2760011" y="67170"/>
                </a:lnTo>
                <a:lnTo>
                  <a:pt x="2749561" y="102167"/>
                </a:lnTo>
                <a:lnTo>
                  <a:pt x="2750763" y="114651"/>
                </a:lnTo>
                <a:lnTo>
                  <a:pt x="2752519" y="120505"/>
                </a:lnTo>
                <a:lnTo>
                  <a:pt x="1162862" y="120505"/>
                </a:lnTo>
                <a:lnTo>
                  <a:pt x="1011623" y="271136"/>
                </a:lnTo>
                <a:close/>
              </a:path>
              <a:path w="2914650" h="385444">
                <a:moveTo>
                  <a:pt x="2892662" y="165039"/>
                </a:moveTo>
                <a:lnTo>
                  <a:pt x="2812142" y="165039"/>
                </a:lnTo>
                <a:lnTo>
                  <a:pt x="2824568" y="163831"/>
                </a:lnTo>
                <a:lnTo>
                  <a:pt x="2836262" y="160291"/>
                </a:lnTo>
                <a:lnTo>
                  <a:pt x="2869997" y="126399"/>
                </a:lnTo>
                <a:lnTo>
                  <a:pt x="2874723" y="102167"/>
                </a:lnTo>
                <a:lnTo>
                  <a:pt x="2873521" y="89682"/>
                </a:lnTo>
                <a:lnTo>
                  <a:pt x="2846977" y="49794"/>
                </a:lnTo>
                <a:lnTo>
                  <a:pt x="2812142" y="39295"/>
                </a:lnTo>
                <a:lnTo>
                  <a:pt x="2892755" y="39295"/>
                </a:lnTo>
                <a:lnTo>
                  <a:pt x="2897539" y="45066"/>
                </a:lnTo>
                <a:lnTo>
                  <a:pt x="2906992" y="62217"/>
                </a:lnTo>
                <a:lnTo>
                  <a:pt x="2912983" y="81209"/>
                </a:lnTo>
                <a:lnTo>
                  <a:pt x="2914649" y="97339"/>
                </a:lnTo>
                <a:lnTo>
                  <a:pt x="2914649" y="106866"/>
                </a:lnTo>
                <a:lnTo>
                  <a:pt x="2913022" y="122449"/>
                </a:lnTo>
                <a:lnTo>
                  <a:pt x="2906992" y="141626"/>
                </a:lnTo>
                <a:lnTo>
                  <a:pt x="2897539" y="159083"/>
                </a:lnTo>
                <a:lnTo>
                  <a:pt x="2892662" y="165039"/>
                </a:lnTo>
                <a:close/>
              </a:path>
              <a:path w="2914650" h="385444">
                <a:moveTo>
                  <a:pt x="2813446" y="204334"/>
                </a:moveTo>
                <a:lnTo>
                  <a:pt x="2774169" y="196148"/>
                </a:lnTo>
                <a:lnTo>
                  <a:pt x="2741738" y="174208"/>
                </a:lnTo>
                <a:lnTo>
                  <a:pt x="2717720" y="135711"/>
                </a:lnTo>
                <a:lnTo>
                  <a:pt x="2714358" y="120505"/>
                </a:lnTo>
                <a:lnTo>
                  <a:pt x="2752519" y="120505"/>
                </a:lnTo>
                <a:lnTo>
                  <a:pt x="2754287" y="126399"/>
                </a:lnTo>
                <a:lnTo>
                  <a:pt x="2760011" y="137164"/>
                </a:lnTo>
                <a:lnTo>
                  <a:pt x="2799715" y="163831"/>
                </a:lnTo>
                <a:lnTo>
                  <a:pt x="2812142" y="165039"/>
                </a:lnTo>
                <a:lnTo>
                  <a:pt x="2892662" y="165039"/>
                </a:lnTo>
                <a:lnTo>
                  <a:pt x="2885154" y="174208"/>
                </a:lnTo>
                <a:lnTo>
                  <a:pt x="2870282" y="186651"/>
                </a:lnTo>
                <a:lnTo>
                  <a:pt x="2853211" y="196148"/>
                </a:lnTo>
                <a:lnTo>
                  <a:pt x="2834184" y="202205"/>
                </a:lnTo>
                <a:lnTo>
                  <a:pt x="2813446" y="204334"/>
                </a:lnTo>
                <a:close/>
              </a:path>
              <a:path w="2914650" h="385444">
                <a:moveTo>
                  <a:pt x="0" y="384983"/>
                </a:moveTo>
                <a:lnTo>
                  <a:pt x="0" y="327349"/>
                </a:lnTo>
                <a:lnTo>
                  <a:pt x="18144" y="309121"/>
                </a:lnTo>
                <a:lnTo>
                  <a:pt x="0" y="309121"/>
                </a:lnTo>
                <a:lnTo>
                  <a:pt x="0" y="271136"/>
                </a:lnTo>
                <a:lnTo>
                  <a:pt x="2398844" y="271136"/>
                </a:lnTo>
                <a:lnTo>
                  <a:pt x="2398844" y="310431"/>
                </a:lnTo>
                <a:lnTo>
                  <a:pt x="74206" y="310431"/>
                </a:lnTo>
                <a:lnTo>
                  <a:pt x="0" y="384983"/>
                </a:lnTo>
                <a:close/>
              </a:path>
            </a:pathLst>
          </a:custGeom>
          <a:solidFill>
            <a:srgbClr val="40ABE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19790" y="3249839"/>
            <a:ext cx="4434205" cy="2750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9215">
              <a:lnSpc>
                <a:spcPct val="100000"/>
              </a:lnSpc>
              <a:spcBef>
                <a:spcPts val="100"/>
              </a:spcBef>
            </a:pPr>
            <a:r>
              <a:rPr dirty="0" sz="7550" spc="-505">
                <a:solidFill>
                  <a:srgbClr val="EBF5FE"/>
                </a:solidFill>
                <a:latin typeface="Arial Black"/>
                <a:cs typeface="Arial Black"/>
              </a:rPr>
              <a:t>96,6</a:t>
            </a:r>
            <a:r>
              <a:rPr dirty="0" sz="7550" spc="-143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7550" spc="-665">
                <a:solidFill>
                  <a:srgbClr val="EBF5FE"/>
                </a:solidFill>
                <a:latin typeface="Arial Black"/>
                <a:cs typeface="Arial Black"/>
              </a:rPr>
              <a:t>%</a:t>
            </a:r>
            <a:endParaRPr sz="7550">
              <a:latin typeface="Arial Black"/>
              <a:cs typeface="Arial Black"/>
            </a:endParaRPr>
          </a:p>
          <a:p>
            <a:pPr algn="ctr" marL="12700" marR="5080" indent="-5080">
              <a:lnSpc>
                <a:spcPct val="115599"/>
              </a:lnSpc>
              <a:spcBef>
                <a:spcPts val="5040"/>
              </a:spcBef>
            </a:pPr>
            <a:r>
              <a:rPr dirty="0" sz="2650" spc="-50">
                <a:solidFill>
                  <a:srgbClr val="EBF5FE"/>
                </a:solidFill>
                <a:latin typeface="Arial Black"/>
                <a:cs typeface="Arial Black"/>
              </a:rPr>
              <a:t>de</a:t>
            </a:r>
            <a:r>
              <a:rPr dirty="0" sz="2650" spc="-484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50">
                <a:solidFill>
                  <a:srgbClr val="EBF5FE"/>
                </a:solidFill>
                <a:latin typeface="Arial Black"/>
                <a:cs typeface="Arial Black"/>
              </a:rPr>
              <a:t>hogares</a:t>
            </a:r>
            <a:r>
              <a:rPr dirty="0" sz="2650" spc="-47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50">
                <a:solidFill>
                  <a:srgbClr val="EBF5FE"/>
                </a:solidFill>
                <a:latin typeface="Arial Black"/>
                <a:cs typeface="Arial Black"/>
              </a:rPr>
              <a:t>declara</a:t>
            </a:r>
            <a:r>
              <a:rPr dirty="0" sz="2650" spc="-47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35">
                <a:solidFill>
                  <a:srgbClr val="EBF5FE"/>
                </a:solidFill>
                <a:latin typeface="Arial Black"/>
                <a:cs typeface="Arial Black"/>
              </a:rPr>
              <a:t>acceso </a:t>
            </a:r>
            <a:r>
              <a:rPr dirty="0" sz="2650" spc="-90">
                <a:solidFill>
                  <a:srgbClr val="EBF5FE"/>
                </a:solidFill>
                <a:latin typeface="Arial Black"/>
                <a:cs typeface="Arial Black"/>
              </a:rPr>
              <a:t>propio</a:t>
            </a:r>
            <a:r>
              <a:rPr dirty="0" sz="2650" spc="-49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25">
                <a:solidFill>
                  <a:srgbClr val="EBF5FE"/>
                </a:solidFill>
                <a:latin typeface="Arial Black"/>
                <a:cs typeface="Arial Black"/>
              </a:rPr>
              <a:t>y</a:t>
            </a:r>
            <a:r>
              <a:rPr dirty="0" sz="2650" spc="-484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05">
                <a:solidFill>
                  <a:srgbClr val="EBF5FE"/>
                </a:solidFill>
                <a:latin typeface="Arial Black"/>
                <a:cs typeface="Arial Black"/>
              </a:rPr>
              <a:t>pagado</a:t>
            </a:r>
            <a:r>
              <a:rPr dirty="0" sz="2650" spc="-484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95">
                <a:solidFill>
                  <a:srgbClr val="EBF5FE"/>
                </a:solidFill>
                <a:latin typeface="Arial Black"/>
                <a:cs typeface="Arial Black"/>
              </a:rPr>
              <a:t>a</a:t>
            </a:r>
            <a:r>
              <a:rPr dirty="0" sz="2650" spc="-49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25">
                <a:solidFill>
                  <a:srgbClr val="EBF5FE"/>
                </a:solidFill>
                <a:latin typeface="Arial Black"/>
                <a:cs typeface="Arial Black"/>
              </a:rPr>
              <a:t>internet.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0938" y="3249839"/>
            <a:ext cx="4153535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49885">
              <a:lnSpc>
                <a:spcPct val="100000"/>
              </a:lnSpc>
              <a:spcBef>
                <a:spcPts val="100"/>
              </a:spcBef>
            </a:pPr>
            <a:r>
              <a:rPr dirty="0" sz="7550" spc="-505">
                <a:solidFill>
                  <a:srgbClr val="EBF5FE"/>
                </a:solidFill>
                <a:latin typeface="Arial Black"/>
                <a:cs typeface="Arial Black"/>
              </a:rPr>
              <a:t>42,9</a:t>
            </a:r>
            <a:r>
              <a:rPr dirty="0" sz="7550" spc="-143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7550" spc="-665">
                <a:solidFill>
                  <a:srgbClr val="EBF5FE"/>
                </a:solidFill>
                <a:latin typeface="Arial Black"/>
                <a:cs typeface="Arial Black"/>
              </a:rPr>
              <a:t>%</a:t>
            </a:r>
            <a:endParaRPr sz="7550">
              <a:latin typeface="Arial Black"/>
              <a:cs typeface="Arial Black"/>
            </a:endParaRPr>
          </a:p>
          <a:p>
            <a:pPr marL="12700" marR="5080">
              <a:lnSpc>
                <a:spcPct val="115599"/>
              </a:lnSpc>
              <a:spcBef>
                <a:spcPts val="5040"/>
              </a:spcBef>
            </a:pPr>
            <a:r>
              <a:rPr dirty="0" sz="2650" spc="-110">
                <a:solidFill>
                  <a:srgbClr val="EBF5FE"/>
                </a:solidFill>
                <a:latin typeface="Arial Black"/>
                <a:cs typeface="Arial Black"/>
              </a:rPr>
              <a:t>del</a:t>
            </a:r>
            <a:r>
              <a:rPr dirty="0" sz="2650" spc="-484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80">
                <a:solidFill>
                  <a:srgbClr val="EBF5FE"/>
                </a:solidFill>
                <a:latin typeface="Arial Black"/>
                <a:cs typeface="Arial Black"/>
              </a:rPr>
              <a:t>grupo</a:t>
            </a:r>
            <a:r>
              <a:rPr dirty="0" sz="2650" spc="-48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60">
                <a:solidFill>
                  <a:srgbClr val="EBF5FE"/>
                </a:solidFill>
                <a:latin typeface="Arial Black"/>
                <a:cs typeface="Arial Black"/>
              </a:rPr>
              <a:t>60+</a:t>
            </a:r>
            <a:r>
              <a:rPr dirty="0" sz="2650" spc="-48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0">
                <a:solidFill>
                  <a:srgbClr val="EBF5FE"/>
                </a:solidFill>
                <a:latin typeface="Arial Black"/>
                <a:cs typeface="Arial Black"/>
              </a:rPr>
              <a:t>declara </a:t>
            </a:r>
            <a:r>
              <a:rPr dirty="0" sz="2650" spc="-165">
                <a:solidFill>
                  <a:srgbClr val="EBF5FE"/>
                </a:solidFill>
                <a:latin typeface="Arial Black"/>
                <a:cs typeface="Arial Black"/>
              </a:rPr>
              <a:t>realizar</a:t>
            </a:r>
            <a:r>
              <a:rPr dirty="0" sz="2650" spc="-46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00">
                <a:solidFill>
                  <a:srgbClr val="EBF5FE"/>
                </a:solidFill>
                <a:latin typeface="Arial Black"/>
                <a:cs typeface="Arial Black"/>
              </a:rPr>
              <a:t>transacciones, </a:t>
            </a:r>
            <a:r>
              <a:rPr dirty="0" sz="2650" spc="-140">
                <a:solidFill>
                  <a:srgbClr val="EBF5FE"/>
                </a:solidFill>
                <a:latin typeface="Arial Black"/>
                <a:cs typeface="Arial Black"/>
              </a:rPr>
              <a:t>compras</a:t>
            </a:r>
            <a:r>
              <a:rPr dirty="0" sz="2650" spc="-484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25">
                <a:solidFill>
                  <a:srgbClr val="EBF5FE"/>
                </a:solidFill>
                <a:latin typeface="Arial Black"/>
                <a:cs typeface="Arial Black"/>
              </a:rPr>
              <a:t>y</a:t>
            </a:r>
            <a:r>
              <a:rPr dirty="0" sz="2650" spc="-48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35">
                <a:solidFill>
                  <a:srgbClr val="EBF5FE"/>
                </a:solidFill>
                <a:latin typeface="Arial Black"/>
                <a:cs typeface="Arial Black"/>
              </a:rPr>
              <a:t>pagos</a:t>
            </a:r>
            <a:r>
              <a:rPr dirty="0" sz="2650" spc="-48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95">
                <a:solidFill>
                  <a:srgbClr val="EBF5FE"/>
                </a:solidFill>
                <a:latin typeface="Arial Black"/>
                <a:cs typeface="Arial Black"/>
              </a:rPr>
              <a:t>en</a:t>
            </a:r>
            <a:r>
              <a:rPr dirty="0" sz="2650" spc="-48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35">
                <a:solidFill>
                  <a:srgbClr val="EBF5FE"/>
                </a:solidFill>
                <a:latin typeface="Arial Black"/>
                <a:cs typeface="Arial Black"/>
              </a:rPr>
              <a:t>linea </a:t>
            </a:r>
            <a:r>
              <a:rPr dirty="0" sz="2650" spc="-180">
                <a:solidFill>
                  <a:srgbClr val="EBF5FE"/>
                </a:solidFill>
                <a:latin typeface="Arial Black"/>
                <a:cs typeface="Arial Black"/>
              </a:rPr>
              <a:t>sin</a:t>
            </a:r>
            <a:r>
              <a:rPr dirty="0" sz="2650" spc="-49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0">
                <a:solidFill>
                  <a:srgbClr val="EBF5FE"/>
                </a:solidFill>
                <a:latin typeface="Arial Black"/>
                <a:cs typeface="Arial Black"/>
              </a:rPr>
              <a:t>ayuda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50382" y="7791463"/>
            <a:ext cx="3037840" cy="622300"/>
          </a:xfrm>
          <a:custGeom>
            <a:avLst/>
            <a:gdLst/>
            <a:ahLst/>
            <a:cxnLst/>
            <a:rect l="l" t="t" r="r" b="b"/>
            <a:pathLst>
              <a:path w="3037840" h="622300">
                <a:moveTo>
                  <a:pt x="2116033" y="189926"/>
                </a:moveTo>
                <a:lnTo>
                  <a:pt x="2061274" y="189926"/>
                </a:lnTo>
                <a:lnTo>
                  <a:pt x="2250322" y="0"/>
                </a:lnTo>
                <a:lnTo>
                  <a:pt x="3037615" y="0"/>
                </a:lnTo>
                <a:lnTo>
                  <a:pt x="3037615" y="39295"/>
                </a:lnTo>
                <a:lnTo>
                  <a:pt x="2267271" y="39295"/>
                </a:lnTo>
                <a:lnTo>
                  <a:pt x="2116033" y="189926"/>
                </a:lnTo>
                <a:close/>
              </a:path>
              <a:path w="3037840" h="622300">
                <a:moveTo>
                  <a:pt x="979138" y="429626"/>
                </a:moveTo>
                <a:lnTo>
                  <a:pt x="921771" y="429626"/>
                </a:lnTo>
                <a:lnTo>
                  <a:pt x="1122553" y="227911"/>
                </a:lnTo>
                <a:lnTo>
                  <a:pt x="0" y="227911"/>
                </a:lnTo>
                <a:lnTo>
                  <a:pt x="0" y="189926"/>
                </a:lnTo>
                <a:lnTo>
                  <a:pt x="3037615" y="189926"/>
                </a:lnTo>
                <a:lnTo>
                  <a:pt x="3037615" y="229221"/>
                </a:lnTo>
                <a:lnTo>
                  <a:pt x="1178616" y="229221"/>
                </a:lnTo>
                <a:lnTo>
                  <a:pt x="979138" y="429626"/>
                </a:lnTo>
                <a:close/>
              </a:path>
              <a:path w="3037840" h="622300">
                <a:moveTo>
                  <a:pt x="873532" y="622172"/>
                </a:moveTo>
                <a:lnTo>
                  <a:pt x="834255" y="613985"/>
                </a:lnTo>
                <a:lnTo>
                  <a:pt x="801824" y="592046"/>
                </a:lnTo>
                <a:lnTo>
                  <a:pt x="779986" y="559955"/>
                </a:lnTo>
                <a:lnTo>
                  <a:pt x="771837" y="520005"/>
                </a:lnTo>
                <a:lnTo>
                  <a:pt x="773956" y="499723"/>
                </a:lnTo>
                <a:lnTo>
                  <a:pt x="789438" y="463088"/>
                </a:lnTo>
                <a:lnTo>
                  <a:pt x="816695" y="435520"/>
                </a:lnTo>
                <a:lnTo>
                  <a:pt x="852793" y="419966"/>
                </a:lnTo>
                <a:lnTo>
                  <a:pt x="873532" y="417837"/>
                </a:lnTo>
                <a:lnTo>
                  <a:pt x="886203" y="418574"/>
                </a:lnTo>
                <a:lnTo>
                  <a:pt x="898629" y="420784"/>
                </a:lnTo>
                <a:lnTo>
                  <a:pt x="910567" y="424468"/>
                </a:lnTo>
                <a:lnTo>
                  <a:pt x="921771" y="429626"/>
                </a:lnTo>
                <a:lnTo>
                  <a:pt x="979138" y="429626"/>
                </a:lnTo>
                <a:lnTo>
                  <a:pt x="953062" y="455823"/>
                </a:lnTo>
                <a:lnTo>
                  <a:pt x="954880" y="458442"/>
                </a:lnTo>
                <a:lnTo>
                  <a:pt x="874836" y="458442"/>
                </a:lnTo>
                <a:lnTo>
                  <a:pt x="862409" y="459650"/>
                </a:lnTo>
                <a:lnTo>
                  <a:pt x="851055" y="463088"/>
                </a:lnTo>
                <a:lnTo>
                  <a:pt x="850907" y="463088"/>
                </a:lnTo>
                <a:lnTo>
                  <a:pt x="816981" y="497083"/>
                </a:lnTo>
                <a:lnTo>
                  <a:pt x="812381" y="520005"/>
                </a:lnTo>
                <a:lnTo>
                  <a:pt x="812254" y="521315"/>
                </a:lnTo>
                <a:lnTo>
                  <a:pt x="830507" y="565849"/>
                </a:lnTo>
                <a:lnTo>
                  <a:pt x="874836" y="584187"/>
                </a:lnTo>
                <a:lnTo>
                  <a:pt x="951675" y="584187"/>
                </a:lnTo>
                <a:lnTo>
                  <a:pt x="945239" y="592046"/>
                </a:lnTo>
                <a:lnTo>
                  <a:pt x="930368" y="604489"/>
                </a:lnTo>
                <a:lnTo>
                  <a:pt x="913297" y="613985"/>
                </a:lnTo>
                <a:lnTo>
                  <a:pt x="894270" y="620043"/>
                </a:lnTo>
                <a:lnTo>
                  <a:pt x="873532" y="622172"/>
                </a:lnTo>
                <a:close/>
              </a:path>
              <a:path w="3037840" h="622300">
                <a:moveTo>
                  <a:pt x="951675" y="584187"/>
                </a:moveTo>
                <a:lnTo>
                  <a:pt x="874836" y="584187"/>
                </a:lnTo>
                <a:lnTo>
                  <a:pt x="887262" y="582979"/>
                </a:lnTo>
                <a:lnTo>
                  <a:pt x="898956" y="579438"/>
                </a:lnTo>
                <a:lnTo>
                  <a:pt x="932691" y="545546"/>
                </a:lnTo>
                <a:lnTo>
                  <a:pt x="937417" y="521315"/>
                </a:lnTo>
                <a:lnTo>
                  <a:pt x="936109" y="508830"/>
                </a:lnTo>
                <a:lnTo>
                  <a:pt x="909671" y="468942"/>
                </a:lnTo>
                <a:lnTo>
                  <a:pt x="898764" y="463088"/>
                </a:lnTo>
                <a:lnTo>
                  <a:pt x="898617" y="463088"/>
                </a:lnTo>
                <a:lnTo>
                  <a:pt x="887262" y="459650"/>
                </a:lnTo>
                <a:lnTo>
                  <a:pt x="874836" y="458442"/>
                </a:lnTo>
                <a:lnTo>
                  <a:pt x="954880" y="458442"/>
                </a:lnTo>
                <a:lnTo>
                  <a:pt x="962576" y="469535"/>
                </a:lnTo>
                <a:lnTo>
                  <a:pt x="969522" y="484966"/>
                </a:lnTo>
                <a:lnTo>
                  <a:pt x="973780" y="501872"/>
                </a:lnTo>
                <a:lnTo>
                  <a:pt x="975226" y="520005"/>
                </a:lnTo>
                <a:lnTo>
                  <a:pt x="973108" y="540287"/>
                </a:lnTo>
                <a:lnTo>
                  <a:pt x="967078" y="559463"/>
                </a:lnTo>
                <a:lnTo>
                  <a:pt x="957625" y="576921"/>
                </a:lnTo>
                <a:lnTo>
                  <a:pt x="951675" y="584187"/>
                </a:lnTo>
                <a:close/>
              </a:path>
            </a:pathLst>
          </a:custGeom>
          <a:solidFill>
            <a:srgbClr val="40ABE1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599044" y="9046629"/>
            <a:ext cx="9086850" cy="866775"/>
            <a:chOff x="599044" y="9046629"/>
            <a:chExt cx="9086850" cy="8667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669" y="9094254"/>
              <a:ext cx="8993087" cy="7714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6669" y="9094254"/>
              <a:ext cx="8991600" cy="771525"/>
            </a:xfrm>
            <a:custGeom>
              <a:avLst/>
              <a:gdLst/>
              <a:ahLst/>
              <a:cxnLst/>
              <a:rect l="l" t="t" r="r" b="b"/>
              <a:pathLst>
                <a:path w="8991600" h="771525">
                  <a:moveTo>
                    <a:pt x="8991598" y="412124"/>
                  </a:moveTo>
                  <a:lnTo>
                    <a:pt x="8981455" y="480745"/>
                  </a:lnTo>
                  <a:lnTo>
                    <a:pt x="8967270" y="525185"/>
                  </a:lnTo>
                  <a:lnTo>
                    <a:pt x="8948039" y="567108"/>
                  </a:lnTo>
                  <a:lnTo>
                    <a:pt x="8924121" y="606153"/>
                  </a:lnTo>
                  <a:lnTo>
                    <a:pt x="8895880" y="641958"/>
                  </a:lnTo>
                  <a:lnTo>
                    <a:pt x="8863675" y="674162"/>
                  </a:lnTo>
                  <a:lnTo>
                    <a:pt x="8827870" y="702404"/>
                  </a:lnTo>
                  <a:lnTo>
                    <a:pt x="8788825" y="726321"/>
                  </a:lnTo>
                  <a:lnTo>
                    <a:pt x="8746902" y="745552"/>
                  </a:lnTo>
                  <a:lnTo>
                    <a:pt x="8702462" y="759737"/>
                  </a:lnTo>
                  <a:lnTo>
                    <a:pt x="8655868" y="768512"/>
                  </a:lnTo>
                  <a:lnTo>
                    <a:pt x="8607479" y="771524"/>
                  </a:lnTo>
                  <a:lnTo>
                    <a:pt x="385755" y="771524"/>
                  </a:lnTo>
                  <a:lnTo>
                    <a:pt x="337367" y="768512"/>
                  </a:lnTo>
                  <a:lnTo>
                    <a:pt x="290773" y="759736"/>
                  </a:lnTo>
                  <a:lnTo>
                    <a:pt x="246333" y="745552"/>
                  </a:lnTo>
                  <a:lnTo>
                    <a:pt x="204410" y="726320"/>
                  </a:lnTo>
                  <a:lnTo>
                    <a:pt x="165365" y="702403"/>
                  </a:lnTo>
                  <a:lnTo>
                    <a:pt x="129560" y="674162"/>
                  </a:lnTo>
                  <a:lnTo>
                    <a:pt x="97356" y="641958"/>
                  </a:lnTo>
                  <a:lnTo>
                    <a:pt x="69114" y="606153"/>
                  </a:lnTo>
                  <a:lnTo>
                    <a:pt x="45197" y="567108"/>
                  </a:lnTo>
                  <a:lnTo>
                    <a:pt x="25965" y="525185"/>
                  </a:lnTo>
                  <a:lnTo>
                    <a:pt x="11781" y="480745"/>
                  </a:lnTo>
                  <a:lnTo>
                    <a:pt x="3005" y="434150"/>
                  </a:lnTo>
                  <a:lnTo>
                    <a:pt x="0" y="385762"/>
                  </a:lnTo>
                  <a:lnTo>
                    <a:pt x="3005" y="337373"/>
                  </a:lnTo>
                  <a:lnTo>
                    <a:pt x="11781" y="290779"/>
                  </a:lnTo>
                  <a:lnTo>
                    <a:pt x="25965" y="246339"/>
                  </a:lnTo>
                  <a:lnTo>
                    <a:pt x="45197" y="204416"/>
                  </a:lnTo>
                  <a:lnTo>
                    <a:pt x="69114" y="165371"/>
                  </a:lnTo>
                  <a:lnTo>
                    <a:pt x="97356" y="129566"/>
                  </a:lnTo>
                  <a:lnTo>
                    <a:pt x="129560" y="97362"/>
                  </a:lnTo>
                  <a:lnTo>
                    <a:pt x="165365" y="69120"/>
                  </a:lnTo>
                  <a:lnTo>
                    <a:pt x="204410" y="45203"/>
                  </a:lnTo>
                  <a:lnTo>
                    <a:pt x="246333" y="25971"/>
                  </a:lnTo>
                  <a:lnTo>
                    <a:pt x="290772" y="11787"/>
                  </a:lnTo>
                  <a:lnTo>
                    <a:pt x="337367" y="3011"/>
                  </a:lnTo>
                  <a:lnTo>
                    <a:pt x="385756" y="0"/>
                  </a:lnTo>
                  <a:lnTo>
                    <a:pt x="8607479" y="0"/>
                  </a:lnTo>
                  <a:lnTo>
                    <a:pt x="8655868" y="3011"/>
                  </a:lnTo>
                  <a:lnTo>
                    <a:pt x="8702463" y="11787"/>
                  </a:lnTo>
                  <a:lnTo>
                    <a:pt x="8746902" y="25971"/>
                  </a:lnTo>
                  <a:lnTo>
                    <a:pt x="8788825" y="45203"/>
                  </a:lnTo>
                  <a:lnTo>
                    <a:pt x="8827870" y="69120"/>
                  </a:lnTo>
                  <a:lnTo>
                    <a:pt x="8863676" y="97361"/>
                  </a:lnTo>
                  <a:lnTo>
                    <a:pt x="8895880" y="129565"/>
                  </a:lnTo>
                  <a:lnTo>
                    <a:pt x="8924121" y="165371"/>
                  </a:lnTo>
                  <a:lnTo>
                    <a:pt x="8948039" y="204416"/>
                  </a:lnTo>
                  <a:lnTo>
                    <a:pt x="8967270" y="246339"/>
                  </a:lnTo>
                  <a:lnTo>
                    <a:pt x="8981455" y="290778"/>
                  </a:lnTo>
                  <a:lnTo>
                    <a:pt x="8990231" y="337373"/>
                  </a:lnTo>
                  <a:lnTo>
                    <a:pt x="8991598" y="35940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32506" y="9218220"/>
            <a:ext cx="8562340" cy="100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dirty="0" sz="2650" spc="-254">
                <a:solidFill>
                  <a:srgbClr val="EBF5FE"/>
                </a:solidFill>
                <a:latin typeface="Arial Black"/>
                <a:cs typeface="Arial Black"/>
              </a:rPr>
              <a:t>La</a:t>
            </a:r>
            <a:r>
              <a:rPr dirty="0" sz="2650" spc="-47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40">
                <a:solidFill>
                  <a:srgbClr val="EBF5FE"/>
                </a:solidFill>
                <a:latin typeface="Arial Black"/>
                <a:cs typeface="Arial Black"/>
              </a:rPr>
              <a:t>brecha</a:t>
            </a:r>
            <a:r>
              <a:rPr dirty="0" sz="2650" spc="-53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45">
                <a:solidFill>
                  <a:srgbClr val="EBF5FE"/>
                </a:solidFill>
                <a:latin typeface="Arial Black"/>
                <a:cs typeface="Arial Black"/>
              </a:rPr>
              <a:t>orienta</a:t>
            </a:r>
            <a:r>
              <a:rPr dirty="0" sz="2650" spc="-53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40">
                <a:solidFill>
                  <a:srgbClr val="EBF5FE"/>
                </a:solidFill>
                <a:latin typeface="Arial Black"/>
                <a:cs typeface="Arial Black"/>
              </a:rPr>
              <a:t>el</a:t>
            </a:r>
            <a:r>
              <a:rPr dirty="0" sz="2650" spc="-53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80">
                <a:solidFill>
                  <a:srgbClr val="EBF5FE"/>
                </a:solidFill>
                <a:latin typeface="Arial Black"/>
                <a:cs typeface="Arial Black"/>
              </a:rPr>
              <a:t>diseño.</a:t>
            </a:r>
            <a:r>
              <a:rPr dirty="0" sz="2650" spc="-47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60">
                <a:solidFill>
                  <a:srgbClr val="EBF5FE"/>
                </a:solidFill>
                <a:latin typeface="Arial Black"/>
                <a:cs typeface="Arial Black"/>
              </a:rPr>
              <a:t>No</a:t>
            </a:r>
            <a:r>
              <a:rPr dirty="0" sz="2650" spc="-53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10">
                <a:solidFill>
                  <a:srgbClr val="EBF5FE"/>
                </a:solidFill>
                <a:latin typeface="Arial Black"/>
                <a:cs typeface="Arial Black"/>
              </a:rPr>
              <a:t>mide</a:t>
            </a:r>
            <a:r>
              <a:rPr dirty="0" sz="2650" spc="-61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210">
                <a:solidFill>
                  <a:srgbClr val="EBF5FE"/>
                </a:solidFill>
                <a:latin typeface="Arial Black"/>
                <a:cs typeface="Arial Black"/>
              </a:rPr>
              <a:t>tasas</a:t>
            </a:r>
            <a:r>
              <a:rPr dirty="0" sz="2650" spc="-59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50">
                <a:solidFill>
                  <a:srgbClr val="EBF5FE"/>
                </a:solidFill>
                <a:latin typeface="Arial Black"/>
                <a:cs typeface="Arial Black"/>
              </a:rPr>
              <a:t>de</a:t>
            </a:r>
            <a:r>
              <a:rPr dirty="0" sz="2650" spc="-62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75">
                <a:solidFill>
                  <a:srgbClr val="EBF5FE"/>
                </a:solidFill>
                <a:latin typeface="Arial Black"/>
                <a:cs typeface="Arial Black"/>
              </a:rPr>
              <a:t>fraude.</a:t>
            </a:r>
            <a:endParaRPr sz="2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915"/>
              </a:spcBef>
            </a:pPr>
            <a:r>
              <a:rPr dirty="0" sz="1350" spc="-190">
                <a:solidFill>
                  <a:srgbClr val="9ECCFF"/>
                </a:solidFill>
                <a:latin typeface="Arial Black"/>
                <a:cs typeface="Arial Black"/>
              </a:rPr>
              <a:t>SUBTEL</a:t>
            </a:r>
            <a:r>
              <a:rPr dirty="0" sz="1350" spc="-235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60">
                <a:solidFill>
                  <a:srgbClr val="9ECCFF"/>
                </a:solidFill>
                <a:latin typeface="Arial Black"/>
                <a:cs typeface="Arial Black"/>
              </a:rPr>
              <a:t>(2025),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165">
                <a:solidFill>
                  <a:srgbClr val="9ECCFF"/>
                </a:solidFill>
                <a:latin typeface="Arial Black"/>
                <a:cs typeface="Arial Black"/>
              </a:rPr>
              <a:t>p.15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70">
                <a:solidFill>
                  <a:srgbClr val="9ECCFF"/>
                </a:solidFill>
                <a:latin typeface="Arial Black"/>
                <a:cs typeface="Arial Black"/>
              </a:rPr>
              <a:t>tabla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45">
                <a:solidFill>
                  <a:srgbClr val="9ECCFF"/>
                </a:solidFill>
                <a:latin typeface="Arial Black"/>
                <a:cs typeface="Arial Black"/>
              </a:rPr>
              <a:t>6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10">
                <a:solidFill>
                  <a:srgbClr val="9ECCFF"/>
                </a:solidFill>
                <a:latin typeface="Arial Black"/>
                <a:cs typeface="Arial Black"/>
              </a:rPr>
              <a:t>y</a:t>
            </a:r>
            <a:r>
              <a:rPr dirty="0" sz="1350" spc="-235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90">
                <a:solidFill>
                  <a:srgbClr val="9ECCFF"/>
                </a:solidFill>
                <a:latin typeface="Arial Black"/>
                <a:cs typeface="Arial Black"/>
              </a:rPr>
              <a:t>p.43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70">
                <a:solidFill>
                  <a:srgbClr val="9ECCFF"/>
                </a:solidFill>
                <a:latin typeface="Arial Black"/>
                <a:cs typeface="Arial Black"/>
              </a:rPr>
              <a:t>tabla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210">
                <a:solidFill>
                  <a:srgbClr val="9ECCFF"/>
                </a:solidFill>
                <a:latin typeface="Arial Black"/>
                <a:cs typeface="Arial Black"/>
              </a:rPr>
              <a:t>13.</a:t>
            </a:r>
            <a:r>
              <a:rPr dirty="0" sz="1350" spc="-229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350" spc="-40">
                <a:solidFill>
                  <a:srgbClr val="9ECCFF"/>
                </a:solidFill>
                <a:latin typeface="Arial Black"/>
                <a:cs typeface="Arial Black"/>
              </a:rPr>
              <a:t>Poblacionesdiferentes.</a:t>
            </a:r>
            <a:endParaRPr sz="1350">
              <a:latin typeface="Arial Black"/>
              <a:cs typeface="Arial Black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67369" y="9648185"/>
            <a:ext cx="619124" cy="6191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6847" y="951706"/>
            <a:ext cx="371892" cy="374928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2621913"/>
            <a:ext cx="2914650" cy="385445"/>
          </a:xfrm>
          <a:custGeom>
            <a:avLst/>
            <a:gdLst/>
            <a:ahLst/>
            <a:cxnLst/>
            <a:rect l="l" t="t" r="r" b="b"/>
            <a:pathLst>
              <a:path w="2914650" h="385444">
                <a:moveTo>
                  <a:pt x="1011623" y="271136"/>
                </a:moveTo>
                <a:lnTo>
                  <a:pt x="956865" y="271136"/>
                </a:lnTo>
                <a:lnTo>
                  <a:pt x="1145913" y="81209"/>
                </a:lnTo>
                <a:lnTo>
                  <a:pt x="2714358" y="81209"/>
                </a:lnTo>
                <a:lnTo>
                  <a:pt x="2718394" y="67170"/>
                </a:lnTo>
                <a:lnTo>
                  <a:pt x="2741738" y="30126"/>
                </a:lnTo>
                <a:lnTo>
                  <a:pt x="2773681" y="8186"/>
                </a:lnTo>
                <a:lnTo>
                  <a:pt x="2813446" y="0"/>
                </a:lnTo>
                <a:lnTo>
                  <a:pt x="2833634" y="2128"/>
                </a:lnTo>
                <a:lnTo>
                  <a:pt x="2852722" y="8186"/>
                </a:lnTo>
                <a:lnTo>
                  <a:pt x="2870099" y="17682"/>
                </a:lnTo>
                <a:lnTo>
                  <a:pt x="2885154" y="30126"/>
                </a:lnTo>
                <a:lnTo>
                  <a:pt x="2892755" y="39295"/>
                </a:lnTo>
                <a:lnTo>
                  <a:pt x="2812142" y="39295"/>
                </a:lnTo>
                <a:lnTo>
                  <a:pt x="2799715" y="40502"/>
                </a:lnTo>
                <a:lnTo>
                  <a:pt x="2760011" y="67170"/>
                </a:lnTo>
                <a:lnTo>
                  <a:pt x="2749561" y="102167"/>
                </a:lnTo>
                <a:lnTo>
                  <a:pt x="2750763" y="114651"/>
                </a:lnTo>
                <a:lnTo>
                  <a:pt x="2752519" y="120505"/>
                </a:lnTo>
                <a:lnTo>
                  <a:pt x="1162862" y="120505"/>
                </a:lnTo>
                <a:lnTo>
                  <a:pt x="1011623" y="271136"/>
                </a:lnTo>
                <a:close/>
              </a:path>
              <a:path w="2914650" h="385444">
                <a:moveTo>
                  <a:pt x="2892662" y="165039"/>
                </a:moveTo>
                <a:lnTo>
                  <a:pt x="2812142" y="165039"/>
                </a:lnTo>
                <a:lnTo>
                  <a:pt x="2824568" y="163831"/>
                </a:lnTo>
                <a:lnTo>
                  <a:pt x="2836262" y="160291"/>
                </a:lnTo>
                <a:lnTo>
                  <a:pt x="2869997" y="126399"/>
                </a:lnTo>
                <a:lnTo>
                  <a:pt x="2874723" y="102167"/>
                </a:lnTo>
                <a:lnTo>
                  <a:pt x="2873521" y="89682"/>
                </a:lnTo>
                <a:lnTo>
                  <a:pt x="2846977" y="49794"/>
                </a:lnTo>
                <a:lnTo>
                  <a:pt x="2812142" y="39295"/>
                </a:lnTo>
                <a:lnTo>
                  <a:pt x="2892755" y="39295"/>
                </a:lnTo>
                <a:lnTo>
                  <a:pt x="2897539" y="45066"/>
                </a:lnTo>
                <a:lnTo>
                  <a:pt x="2906992" y="62217"/>
                </a:lnTo>
                <a:lnTo>
                  <a:pt x="2912983" y="81209"/>
                </a:lnTo>
                <a:lnTo>
                  <a:pt x="2914649" y="97339"/>
                </a:lnTo>
                <a:lnTo>
                  <a:pt x="2914649" y="106866"/>
                </a:lnTo>
                <a:lnTo>
                  <a:pt x="2913022" y="122449"/>
                </a:lnTo>
                <a:lnTo>
                  <a:pt x="2906992" y="141626"/>
                </a:lnTo>
                <a:lnTo>
                  <a:pt x="2897539" y="159083"/>
                </a:lnTo>
                <a:lnTo>
                  <a:pt x="2892662" y="165039"/>
                </a:lnTo>
                <a:close/>
              </a:path>
              <a:path w="2914650" h="385444">
                <a:moveTo>
                  <a:pt x="2813446" y="204334"/>
                </a:moveTo>
                <a:lnTo>
                  <a:pt x="2774169" y="196148"/>
                </a:lnTo>
                <a:lnTo>
                  <a:pt x="2741738" y="174208"/>
                </a:lnTo>
                <a:lnTo>
                  <a:pt x="2717720" y="135711"/>
                </a:lnTo>
                <a:lnTo>
                  <a:pt x="2714358" y="120505"/>
                </a:lnTo>
                <a:lnTo>
                  <a:pt x="2752519" y="120505"/>
                </a:lnTo>
                <a:lnTo>
                  <a:pt x="2754287" y="126399"/>
                </a:lnTo>
                <a:lnTo>
                  <a:pt x="2760011" y="137164"/>
                </a:lnTo>
                <a:lnTo>
                  <a:pt x="2799715" y="163831"/>
                </a:lnTo>
                <a:lnTo>
                  <a:pt x="2812142" y="165039"/>
                </a:lnTo>
                <a:lnTo>
                  <a:pt x="2892662" y="165039"/>
                </a:lnTo>
                <a:lnTo>
                  <a:pt x="2885154" y="174208"/>
                </a:lnTo>
                <a:lnTo>
                  <a:pt x="2870282" y="186651"/>
                </a:lnTo>
                <a:lnTo>
                  <a:pt x="2853211" y="196148"/>
                </a:lnTo>
                <a:lnTo>
                  <a:pt x="2834184" y="202205"/>
                </a:lnTo>
                <a:lnTo>
                  <a:pt x="2813446" y="204334"/>
                </a:lnTo>
                <a:close/>
              </a:path>
              <a:path w="2914650" h="385444">
                <a:moveTo>
                  <a:pt x="0" y="384983"/>
                </a:moveTo>
                <a:lnTo>
                  <a:pt x="0" y="327349"/>
                </a:lnTo>
                <a:lnTo>
                  <a:pt x="18144" y="309121"/>
                </a:lnTo>
                <a:lnTo>
                  <a:pt x="0" y="309121"/>
                </a:lnTo>
                <a:lnTo>
                  <a:pt x="0" y="271136"/>
                </a:lnTo>
                <a:lnTo>
                  <a:pt x="2398844" y="271136"/>
                </a:lnTo>
                <a:lnTo>
                  <a:pt x="2398844" y="310431"/>
                </a:lnTo>
                <a:lnTo>
                  <a:pt x="74206" y="310431"/>
                </a:lnTo>
                <a:lnTo>
                  <a:pt x="0" y="384983"/>
                </a:lnTo>
                <a:close/>
              </a:path>
            </a:pathLst>
          </a:custGeom>
          <a:solidFill>
            <a:srgbClr val="40ABE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xfrm>
            <a:off x="1714320" y="2548545"/>
            <a:ext cx="7285990" cy="2215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20"/>
              </a:lnSpc>
              <a:spcBef>
                <a:spcPts val="100"/>
              </a:spcBef>
            </a:pPr>
            <a:r>
              <a:rPr dirty="0" sz="7550" spc="-80"/>
              <a:t>LA</a:t>
            </a:r>
            <a:r>
              <a:rPr dirty="0" sz="7550" spc="-1205"/>
              <a:t> </a:t>
            </a:r>
            <a:r>
              <a:rPr dirty="0" sz="7550" spc="-10"/>
              <a:t>EXPERIENCIA</a:t>
            </a:r>
            <a:endParaRPr sz="7550"/>
          </a:p>
          <a:p>
            <a:pPr marL="12700">
              <a:lnSpc>
                <a:spcPts val="8620"/>
              </a:lnSpc>
            </a:pPr>
            <a:r>
              <a:rPr dirty="0" sz="7550" spc="-844">
                <a:latin typeface="Arial Black"/>
                <a:cs typeface="Arial Black"/>
              </a:rPr>
              <a:t>PROPUESTA</a:t>
            </a:r>
            <a:endParaRPr sz="7550">
              <a:latin typeface="Arial Black"/>
              <a:cs typeface="Arial Black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3642040" y="534408"/>
            <a:ext cx="3830320" cy="4876800"/>
            <a:chOff x="13642040" y="534408"/>
            <a:chExt cx="3830320" cy="4876800"/>
          </a:xfrm>
        </p:grpSpPr>
        <p:sp>
          <p:nvSpPr>
            <p:cNvPr id="3" name="object 3"/>
            <p:cNvSpPr/>
            <p:nvPr/>
          </p:nvSpPr>
          <p:spPr>
            <a:xfrm>
              <a:off x="15369350" y="4245612"/>
              <a:ext cx="571500" cy="506095"/>
            </a:xfrm>
            <a:custGeom>
              <a:avLst/>
              <a:gdLst/>
              <a:ahLst/>
              <a:cxnLst/>
              <a:rect l="l" t="t" r="r" b="b"/>
              <a:pathLst>
                <a:path w="571500" h="506095">
                  <a:moveTo>
                    <a:pt x="56343" y="505844"/>
                  </a:moveTo>
                  <a:lnTo>
                    <a:pt x="16600" y="441306"/>
                  </a:lnTo>
                  <a:lnTo>
                    <a:pt x="0" y="237227"/>
                  </a:lnTo>
                  <a:lnTo>
                    <a:pt x="515292" y="0"/>
                  </a:lnTo>
                  <a:lnTo>
                    <a:pt x="571440" y="208087"/>
                  </a:lnTo>
                  <a:lnTo>
                    <a:pt x="56343" y="505844"/>
                  </a:lnTo>
                  <a:close/>
                </a:path>
              </a:pathLst>
            </a:custGeom>
            <a:solidFill>
              <a:srgbClr val="1B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515704" y="4087689"/>
              <a:ext cx="910590" cy="664210"/>
            </a:xfrm>
            <a:custGeom>
              <a:avLst/>
              <a:gdLst/>
              <a:ahLst/>
              <a:cxnLst/>
              <a:rect l="l" t="t" r="r" b="b"/>
              <a:pathLst>
                <a:path w="910590" h="664210">
                  <a:moveTo>
                    <a:pt x="909989" y="663767"/>
                  </a:moveTo>
                  <a:lnTo>
                    <a:pt x="0" y="137681"/>
                  </a:lnTo>
                  <a:lnTo>
                    <a:pt x="0" y="0"/>
                  </a:lnTo>
                  <a:lnTo>
                    <a:pt x="909989" y="448248"/>
                  </a:lnTo>
                  <a:lnTo>
                    <a:pt x="909989" y="663767"/>
                  </a:lnTo>
                  <a:close/>
                </a:path>
              </a:pathLst>
            </a:custGeom>
            <a:solidFill>
              <a:srgbClr val="528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656589" y="550208"/>
              <a:ext cx="3085465" cy="4064000"/>
            </a:xfrm>
            <a:custGeom>
              <a:avLst/>
              <a:gdLst/>
              <a:ahLst/>
              <a:cxnLst/>
              <a:rect l="l" t="t" r="r" b="b"/>
              <a:pathLst>
                <a:path w="3085465" h="4064000">
                  <a:moveTo>
                    <a:pt x="1769103" y="4063566"/>
                  </a:moveTo>
                  <a:lnTo>
                    <a:pt x="859114" y="3537480"/>
                  </a:lnTo>
                  <a:lnTo>
                    <a:pt x="1258595" y="3306511"/>
                  </a:lnTo>
                  <a:lnTo>
                    <a:pt x="2185185" y="3823014"/>
                  </a:lnTo>
                  <a:lnTo>
                    <a:pt x="1769103" y="4063566"/>
                  </a:lnTo>
                  <a:close/>
                </a:path>
                <a:path w="3085465" h="4064000">
                  <a:moveTo>
                    <a:pt x="1920556" y="3128639"/>
                  </a:moveTo>
                  <a:lnTo>
                    <a:pt x="0" y="337254"/>
                  </a:lnTo>
                  <a:lnTo>
                    <a:pt x="0" y="278876"/>
                  </a:lnTo>
                  <a:lnTo>
                    <a:pt x="7038" y="225823"/>
                  </a:lnTo>
                  <a:lnTo>
                    <a:pt x="27231" y="177216"/>
                  </a:lnTo>
                  <a:lnTo>
                    <a:pt x="59198" y="135411"/>
                  </a:lnTo>
                  <a:lnTo>
                    <a:pt x="101554" y="102764"/>
                  </a:lnTo>
                  <a:lnTo>
                    <a:pt x="223127" y="32456"/>
                  </a:lnTo>
                  <a:lnTo>
                    <a:pt x="271771" y="10818"/>
                  </a:lnTo>
                  <a:lnTo>
                    <a:pt x="323035" y="0"/>
                  </a:lnTo>
                  <a:lnTo>
                    <a:pt x="375180" y="0"/>
                  </a:lnTo>
                  <a:lnTo>
                    <a:pt x="426468" y="10818"/>
                  </a:lnTo>
                  <a:lnTo>
                    <a:pt x="475159" y="32456"/>
                  </a:lnTo>
                  <a:lnTo>
                    <a:pt x="2970184" y="1474890"/>
                  </a:lnTo>
                  <a:lnTo>
                    <a:pt x="3004911" y="1498171"/>
                  </a:lnTo>
                  <a:lnTo>
                    <a:pt x="3035840" y="1525458"/>
                  </a:lnTo>
                  <a:lnTo>
                    <a:pt x="3062723" y="1556283"/>
                  </a:lnTo>
                  <a:lnTo>
                    <a:pt x="3085312" y="1590179"/>
                  </a:lnTo>
                  <a:lnTo>
                    <a:pt x="2977898" y="2179533"/>
                  </a:lnTo>
                  <a:lnTo>
                    <a:pt x="1920556" y="3128639"/>
                  </a:lnTo>
                  <a:close/>
                </a:path>
              </a:pathLst>
            </a:custGeom>
            <a:solidFill>
              <a:srgbClr val="9E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22966" y="2140486"/>
              <a:ext cx="1461135" cy="2601595"/>
            </a:xfrm>
            <a:custGeom>
              <a:avLst/>
              <a:gdLst/>
              <a:ahLst/>
              <a:cxnLst/>
              <a:rect l="l" t="t" r="r" b="b"/>
              <a:pathLst>
                <a:path w="1461134" h="2601595">
                  <a:moveTo>
                    <a:pt x="1112012" y="2601412"/>
                  </a:moveTo>
                  <a:lnTo>
                    <a:pt x="1061636" y="2594829"/>
                  </a:lnTo>
                  <a:lnTo>
                    <a:pt x="1013887" y="2575083"/>
                  </a:lnTo>
                  <a:lnTo>
                    <a:pt x="936940" y="2530591"/>
                  </a:lnTo>
                  <a:lnTo>
                    <a:pt x="254277" y="1538361"/>
                  </a:lnTo>
                  <a:lnTo>
                    <a:pt x="1062419" y="206131"/>
                  </a:lnTo>
                  <a:lnTo>
                    <a:pt x="1419032" y="0"/>
                  </a:lnTo>
                  <a:lnTo>
                    <a:pt x="1437060" y="36535"/>
                  </a:lnTo>
                  <a:lnTo>
                    <a:pt x="1450255" y="75270"/>
                  </a:lnTo>
                  <a:lnTo>
                    <a:pt x="1458360" y="115729"/>
                  </a:lnTo>
                  <a:lnTo>
                    <a:pt x="1461119" y="157434"/>
                  </a:lnTo>
                  <a:lnTo>
                    <a:pt x="1461119" y="2295319"/>
                  </a:lnTo>
                  <a:lnTo>
                    <a:pt x="1455932" y="2344312"/>
                  </a:lnTo>
                  <a:lnTo>
                    <a:pt x="1440901" y="2390391"/>
                  </a:lnTo>
                  <a:lnTo>
                    <a:pt x="1416825" y="2432166"/>
                  </a:lnTo>
                  <a:lnTo>
                    <a:pt x="1384500" y="2468247"/>
                  </a:lnTo>
                  <a:lnTo>
                    <a:pt x="1344721" y="2497246"/>
                  </a:lnTo>
                  <a:lnTo>
                    <a:pt x="1210064" y="2575083"/>
                  </a:lnTo>
                  <a:lnTo>
                    <a:pt x="1162370" y="2594829"/>
                  </a:lnTo>
                  <a:lnTo>
                    <a:pt x="1112012" y="2601412"/>
                  </a:lnTo>
                  <a:close/>
                </a:path>
                <a:path w="1461134" h="2601595">
                  <a:moveTo>
                    <a:pt x="99211" y="2299230"/>
                  </a:moveTo>
                  <a:lnTo>
                    <a:pt x="0" y="2158223"/>
                  </a:lnTo>
                  <a:lnTo>
                    <a:pt x="89446" y="1874547"/>
                  </a:lnTo>
                  <a:lnTo>
                    <a:pt x="306226" y="1973995"/>
                  </a:lnTo>
                  <a:lnTo>
                    <a:pt x="306226" y="2179540"/>
                  </a:lnTo>
                  <a:lnTo>
                    <a:pt x="99211" y="2299230"/>
                  </a:lnTo>
                  <a:close/>
                </a:path>
              </a:pathLst>
            </a:custGeom>
            <a:solidFill>
              <a:srgbClr val="1B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656589" y="772691"/>
              <a:ext cx="3801110" cy="4636770"/>
            </a:xfrm>
            <a:custGeom>
              <a:avLst/>
              <a:gdLst/>
              <a:ahLst/>
              <a:cxnLst/>
              <a:rect l="l" t="t" r="r" b="b"/>
              <a:pathLst>
                <a:path w="3801109" h="4636770">
                  <a:moveTo>
                    <a:pt x="1765490" y="3667025"/>
                  </a:moveTo>
                  <a:lnTo>
                    <a:pt x="1175984" y="3331816"/>
                  </a:lnTo>
                  <a:lnTo>
                    <a:pt x="1175984" y="3073173"/>
                  </a:lnTo>
                  <a:lnTo>
                    <a:pt x="86907" y="2443533"/>
                  </a:lnTo>
                  <a:lnTo>
                    <a:pt x="50629" y="2415600"/>
                  </a:lnTo>
                  <a:lnTo>
                    <a:pt x="23277" y="2379801"/>
                  </a:lnTo>
                  <a:lnTo>
                    <a:pt x="6013" y="2338172"/>
                  </a:lnTo>
                  <a:lnTo>
                    <a:pt x="0" y="2292747"/>
                  </a:lnTo>
                  <a:lnTo>
                    <a:pt x="0" y="83675"/>
                  </a:lnTo>
                  <a:lnTo>
                    <a:pt x="11731" y="40700"/>
                  </a:lnTo>
                  <a:lnTo>
                    <a:pt x="41708" y="11301"/>
                  </a:lnTo>
                  <a:lnTo>
                    <a:pt x="82102" y="0"/>
                  </a:lnTo>
                  <a:lnTo>
                    <a:pt x="125041" y="11301"/>
                  </a:lnTo>
                  <a:lnTo>
                    <a:pt x="2683877" y="1490710"/>
                  </a:lnTo>
                  <a:lnTo>
                    <a:pt x="2723307" y="1521074"/>
                  </a:lnTo>
                  <a:lnTo>
                    <a:pt x="2753025" y="1559955"/>
                  </a:lnTo>
                  <a:lnTo>
                    <a:pt x="2771775" y="1605161"/>
                  </a:lnTo>
                  <a:lnTo>
                    <a:pt x="2778304" y="1654501"/>
                  </a:lnTo>
                  <a:lnTo>
                    <a:pt x="2778304" y="3413956"/>
                  </a:lnTo>
                  <a:lnTo>
                    <a:pt x="1765490" y="3413956"/>
                  </a:lnTo>
                  <a:lnTo>
                    <a:pt x="1765490" y="3667025"/>
                  </a:lnTo>
                  <a:close/>
                </a:path>
                <a:path w="3801109" h="4636770">
                  <a:moveTo>
                    <a:pt x="2842831" y="3315700"/>
                  </a:moveTo>
                  <a:lnTo>
                    <a:pt x="2831888" y="3312626"/>
                  </a:lnTo>
                  <a:lnTo>
                    <a:pt x="2823765" y="3304674"/>
                  </a:lnTo>
                  <a:lnTo>
                    <a:pt x="2820586" y="3293093"/>
                  </a:lnTo>
                  <a:lnTo>
                    <a:pt x="2820586" y="3285075"/>
                  </a:lnTo>
                  <a:lnTo>
                    <a:pt x="2824882" y="3277545"/>
                  </a:lnTo>
                  <a:lnTo>
                    <a:pt x="3051611" y="3146561"/>
                  </a:lnTo>
                  <a:lnTo>
                    <a:pt x="3063066" y="3143506"/>
                  </a:lnTo>
                  <a:lnTo>
                    <a:pt x="3074009" y="3146561"/>
                  </a:lnTo>
                  <a:lnTo>
                    <a:pt x="3082132" y="3154531"/>
                  </a:lnTo>
                  <a:lnTo>
                    <a:pt x="3085312" y="3166167"/>
                  </a:lnTo>
                  <a:lnTo>
                    <a:pt x="3085312" y="3174186"/>
                  </a:lnTo>
                  <a:lnTo>
                    <a:pt x="3081015" y="3181715"/>
                  </a:lnTo>
                  <a:lnTo>
                    <a:pt x="2854512" y="3312626"/>
                  </a:lnTo>
                  <a:lnTo>
                    <a:pt x="2842831" y="3315700"/>
                  </a:lnTo>
                  <a:close/>
                </a:path>
                <a:path w="3801109" h="4636770">
                  <a:moveTo>
                    <a:pt x="2842831" y="3413290"/>
                  </a:moveTo>
                  <a:lnTo>
                    <a:pt x="2831888" y="3410216"/>
                  </a:lnTo>
                  <a:lnTo>
                    <a:pt x="2823765" y="3402264"/>
                  </a:lnTo>
                  <a:lnTo>
                    <a:pt x="2820586" y="3390683"/>
                  </a:lnTo>
                  <a:lnTo>
                    <a:pt x="2820586" y="3382664"/>
                  </a:lnTo>
                  <a:lnTo>
                    <a:pt x="2824882" y="3375135"/>
                  </a:lnTo>
                  <a:lnTo>
                    <a:pt x="3051610" y="3244151"/>
                  </a:lnTo>
                  <a:lnTo>
                    <a:pt x="3063066" y="3241095"/>
                  </a:lnTo>
                  <a:lnTo>
                    <a:pt x="3074009" y="3244151"/>
                  </a:lnTo>
                  <a:lnTo>
                    <a:pt x="3082132" y="3252121"/>
                  </a:lnTo>
                  <a:lnTo>
                    <a:pt x="3085312" y="3263757"/>
                  </a:lnTo>
                  <a:lnTo>
                    <a:pt x="3085312" y="3271776"/>
                  </a:lnTo>
                  <a:lnTo>
                    <a:pt x="3081015" y="3279305"/>
                  </a:lnTo>
                  <a:lnTo>
                    <a:pt x="2854512" y="3410216"/>
                  </a:lnTo>
                  <a:lnTo>
                    <a:pt x="2842831" y="3413290"/>
                  </a:lnTo>
                  <a:close/>
                </a:path>
                <a:path w="3801109" h="4636770">
                  <a:moveTo>
                    <a:pt x="2842831" y="3510796"/>
                  </a:moveTo>
                  <a:lnTo>
                    <a:pt x="2831876" y="3507732"/>
                  </a:lnTo>
                  <a:lnTo>
                    <a:pt x="2823765" y="3499798"/>
                  </a:lnTo>
                  <a:lnTo>
                    <a:pt x="2820586" y="3488175"/>
                  </a:lnTo>
                  <a:lnTo>
                    <a:pt x="2820586" y="3480156"/>
                  </a:lnTo>
                  <a:lnTo>
                    <a:pt x="2824882" y="3472627"/>
                  </a:lnTo>
                  <a:lnTo>
                    <a:pt x="3051611" y="3341643"/>
                  </a:lnTo>
                  <a:lnTo>
                    <a:pt x="3063066" y="3338588"/>
                  </a:lnTo>
                  <a:lnTo>
                    <a:pt x="3074009" y="3341643"/>
                  </a:lnTo>
                  <a:lnTo>
                    <a:pt x="3082132" y="3349613"/>
                  </a:lnTo>
                  <a:lnTo>
                    <a:pt x="3085312" y="3361249"/>
                  </a:lnTo>
                  <a:lnTo>
                    <a:pt x="3085312" y="3369268"/>
                  </a:lnTo>
                  <a:lnTo>
                    <a:pt x="3081015" y="3376797"/>
                  </a:lnTo>
                  <a:lnTo>
                    <a:pt x="2854470" y="3507732"/>
                  </a:lnTo>
                  <a:lnTo>
                    <a:pt x="2842831" y="3510796"/>
                  </a:lnTo>
                  <a:close/>
                </a:path>
                <a:path w="3801109" h="4636770">
                  <a:moveTo>
                    <a:pt x="2422764" y="4636372"/>
                  </a:moveTo>
                  <a:lnTo>
                    <a:pt x="2372629" y="4634589"/>
                  </a:lnTo>
                  <a:lnTo>
                    <a:pt x="2374974" y="4634589"/>
                  </a:lnTo>
                  <a:lnTo>
                    <a:pt x="2329714" y="4629737"/>
                  </a:lnTo>
                  <a:lnTo>
                    <a:pt x="2283677" y="4621440"/>
                  </a:lnTo>
                  <a:lnTo>
                    <a:pt x="2238215" y="4609820"/>
                  </a:lnTo>
                  <a:lnTo>
                    <a:pt x="2193517" y="4594878"/>
                  </a:lnTo>
                  <a:lnTo>
                    <a:pt x="2149770" y="4576610"/>
                  </a:lnTo>
                  <a:lnTo>
                    <a:pt x="2107163" y="4555015"/>
                  </a:lnTo>
                  <a:lnTo>
                    <a:pt x="2068488" y="4529021"/>
                  </a:lnTo>
                  <a:lnTo>
                    <a:pt x="2035279" y="4497198"/>
                  </a:lnTo>
                  <a:lnTo>
                    <a:pt x="2008281" y="4460432"/>
                  </a:lnTo>
                  <a:lnTo>
                    <a:pt x="1988241" y="4419607"/>
                  </a:lnTo>
                  <a:lnTo>
                    <a:pt x="1975904" y="4375610"/>
                  </a:lnTo>
                  <a:lnTo>
                    <a:pt x="1972017" y="4329326"/>
                  </a:lnTo>
                  <a:lnTo>
                    <a:pt x="1977960" y="4277969"/>
                  </a:lnTo>
                  <a:lnTo>
                    <a:pt x="1994234" y="4228724"/>
                  </a:lnTo>
                  <a:lnTo>
                    <a:pt x="2019896" y="4184889"/>
                  </a:lnTo>
                  <a:lnTo>
                    <a:pt x="2054323" y="4146991"/>
                  </a:lnTo>
                  <a:lnTo>
                    <a:pt x="2096812" y="4116251"/>
                  </a:lnTo>
                  <a:lnTo>
                    <a:pt x="2282345" y="4008981"/>
                  </a:lnTo>
                  <a:lnTo>
                    <a:pt x="2320207" y="3979831"/>
                  </a:lnTo>
                  <a:lnTo>
                    <a:pt x="2348758" y="3942486"/>
                  </a:lnTo>
                  <a:lnTo>
                    <a:pt x="2366782" y="3899054"/>
                  </a:lnTo>
                  <a:lnTo>
                    <a:pt x="2373061" y="3851644"/>
                  </a:lnTo>
                  <a:lnTo>
                    <a:pt x="2373061" y="3765201"/>
                  </a:lnTo>
                  <a:lnTo>
                    <a:pt x="1765490" y="3413956"/>
                  </a:lnTo>
                  <a:lnTo>
                    <a:pt x="2778304" y="3413956"/>
                  </a:lnTo>
                  <a:lnTo>
                    <a:pt x="2778304" y="3797177"/>
                  </a:lnTo>
                  <a:lnTo>
                    <a:pt x="2775511" y="3812627"/>
                  </a:lnTo>
                  <a:lnTo>
                    <a:pt x="2454891" y="3812627"/>
                  </a:lnTo>
                  <a:lnTo>
                    <a:pt x="2454891" y="3851644"/>
                  </a:lnTo>
                  <a:lnTo>
                    <a:pt x="2450796" y="3898086"/>
                  </a:lnTo>
                  <a:lnTo>
                    <a:pt x="2438862" y="3942338"/>
                  </a:lnTo>
                  <a:lnTo>
                    <a:pt x="2419615" y="3983581"/>
                  </a:lnTo>
                  <a:lnTo>
                    <a:pt x="2393582" y="4020896"/>
                  </a:lnTo>
                  <a:lnTo>
                    <a:pt x="2361288" y="4053366"/>
                  </a:lnTo>
                  <a:lnTo>
                    <a:pt x="2323260" y="4080071"/>
                  </a:lnTo>
                  <a:lnTo>
                    <a:pt x="2141438" y="4185190"/>
                  </a:lnTo>
                  <a:lnTo>
                    <a:pt x="2104904" y="4213110"/>
                  </a:lnTo>
                  <a:lnTo>
                    <a:pt x="2077075" y="4248885"/>
                  </a:lnTo>
                  <a:lnTo>
                    <a:pt x="2059555" y="4290510"/>
                  </a:lnTo>
                  <a:lnTo>
                    <a:pt x="2053945" y="4335976"/>
                  </a:lnTo>
                  <a:lnTo>
                    <a:pt x="2060239" y="4379038"/>
                  </a:lnTo>
                  <a:lnTo>
                    <a:pt x="2076905" y="4418140"/>
                  </a:lnTo>
                  <a:lnTo>
                    <a:pt x="2103036" y="4451705"/>
                  </a:lnTo>
                  <a:lnTo>
                    <a:pt x="2137728" y="4478156"/>
                  </a:lnTo>
                  <a:lnTo>
                    <a:pt x="2182509" y="4501439"/>
                  </a:lnTo>
                  <a:lnTo>
                    <a:pt x="2228772" y="4520489"/>
                  </a:lnTo>
                  <a:lnTo>
                    <a:pt x="2276221" y="4535305"/>
                  </a:lnTo>
                  <a:lnTo>
                    <a:pt x="2324559" y="4545889"/>
                  </a:lnTo>
                  <a:lnTo>
                    <a:pt x="2373489" y="4552239"/>
                  </a:lnTo>
                  <a:lnTo>
                    <a:pt x="2422716" y="4554355"/>
                  </a:lnTo>
                  <a:lnTo>
                    <a:pt x="2738848" y="4554355"/>
                  </a:lnTo>
                  <a:lnTo>
                    <a:pt x="2704905" y="4572268"/>
                  </a:lnTo>
                  <a:lnTo>
                    <a:pt x="2659823" y="4591841"/>
                  </a:lnTo>
                  <a:lnTo>
                    <a:pt x="2613682" y="4607864"/>
                  </a:lnTo>
                  <a:lnTo>
                    <a:pt x="2566694" y="4620331"/>
                  </a:lnTo>
                  <a:lnTo>
                    <a:pt x="2519070" y="4629241"/>
                  </a:lnTo>
                  <a:lnTo>
                    <a:pt x="2471023" y="4634589"/>
                  </a:lnTo>
                  <a:lnTo>
                    <a:pt x="2422764" y="4636372"/>
                  </a:lnTo>
                  <a:close/>
                </a:path>
                <a:path w="3801109" h="4636770">
                  <a:moveTo>
                    <a:pt x="2842831" y="3608385"/>
                  </a:moveTo>
                  <a:lnTo>
                    <a:pt x="2831876" y="3605322"/>
                  </a:lnTo>
                  <a:lnTo>
                    <a:pt x="2823765" y="3597388"/>
                  </a:lnTo>
                  <a:lnTo>
                    <a:pt x="2820586" y="3585765"/>
                  </a:lnTo>
                  <a:lnTo>
                    <a:pt x="2820586" y="3577746"/>
                  </a:lnTo>
                  <a:lnTo>
                    <a:pt x="2824882" y="3570217"/>
                  </a:lnTo>
                  <a:lnTo>
                    <a:pt x="3051611" y="3439233"/>
                  </a:lnTo>
                  <a:lnTo>
                    <a:pt x="3063066" y="3436178"/>
                  </a:lnTo>
                  <a:lnTo>
                    <a:pt x="3074009" y="3439233"/>
                  </a:lnTo>
                  <a:lnTo>
                    <a:pt x="3082132" y="3447203"/>
                  </a:lnTo>
                  <a:lnTo>
                    <a:pt x="3085312" y="3458839"/>
                  </a:lnTo>
                  <a:lnTo>
                    <a:pt x="3085312" y="3466858"/>
                  </a:lnTo>
                  <a:lnTo>
                    <a:pt x="3081015" y="3474387"/>
                  </a:lnTo>
                  <a:lnTo>
                    <a:pt x="2854470" y="3605322"/>
                  </a:lnTo>
                  <a:lnTo>
                    <a:pt x="2842831" y="3608385"/>
                  </a:lnTo>
                  <a:close/>
                </a:path>
                <a:path w="3801109" h="4636770">
                  <a:moveTo>
                    <a:pt x="2842831" y="3705975"/>
                  </a:moveTo>
                  <a:lnTo>
                    <a:pt x="2831876" y="3702912"/>
                  </a:lnTo>
                  <a:lnTo>
                    <a:pt x="2823765" y="3694977"/>
                  </a:lnTo>
                  <a:lnTo>
                    <a:pt x="2820586" y="3683355"/>
                  </a:lnTo>
                  <a:lnTo>
                    <a:pt x="2820586" y="3675336"/>
                  </a:lnTo>
                  <a:lnTo>
                    <a:pt x="2824882" y="3667807"/>
                  </a:lnTo>
                  <a:lnTo>
                    <a:pt x="3051611" y="3536823"/>
                  </a:lnTo>
                  <a:lnTo>
                    <a:pt x="3063066" y="3533767"/>
                  </a:lnTo>
                  <a:lnTo>
                    <a:pt x="3074009" y="3536823"/>
                  </a:lnTo>
                  <a:lnTo>
                    <a:pt x="3082132" y="3544793"/>
                  </a:lnTo>
                  <a:lnTo>
                    <a:pt x="3085312" y="3556429"/>
                  </a:lnTo>
                  <a:lnTo>
                    <a:pt x="3085312" y="3564447"/>
                  </a:lnTo>
                  <a:lnTo>
                    <a:pt x="3081015" y="3571977"/>
                  </a:lnTo>
                  <a:lnTo>
                    <a:pt x="2854470" y="3702912"/>
                  </a:lnTo>
                  <a:lnTo>
                    <a:pt x="2842831" y="3705975"/>
                  </a:lnTo>
                  <a:close/>
                </a:path>
                <a:path w="3801109" h="4636770">
                  <a:moveTo>
                    <a:pt x="2842831" y="3803565"/>
                  </a:moveTo>
                  <a:lnTo>
                    <a:pt x="2831876" y="3800502"/>
                  </a:lnTo>
                  <a:lnTo>
                    <a:pt x="2823765" y="3792568"/>
                  </a:lnTo>
                  <a:lnTo>
                    <a:pt x="2820586" y="3780945"/>
                  </a:lnTo>
                  <a:lnTo>
                    <a:pt x="2820586" y="3772926"/>
                  </a:lnTo>
                  <a:lnTo>
                    <a:pt x="2824882" y="3765397"/>
                  </a:lnTo>
                  <a:lnTo>
                    <a:pt x="3051611" y="3634413"/>
                  </a:lnTo>
                  <a:lnTo>
                    <a:pt x="3063066" y="3631357"/>
                  </a:lnTo>
                  <a:lnTo>
                    <a:pt x="3074009" y="3634413"/>
                  </a:lnTo>
                  <a:lnTo>
                    <a:pt x="3082132" y="3642383"/>
                  </a:lnTo>
                  <a:lnTo>
                    <a:pt x="3085312" y="3654019"/>
                  </a:lnTo>
                  <a:lnTo>
                    <a:pt x="3085312" y="3662038"/>
                  </a:lnTo>
                  <a:lnTo>
                    <a:pt x="3081015" y="3669567"/>
                  </a:lnTo>
                  <a:lnTo>
                    <a:pt x="2854470" y="3800502"/>
                  </a:lnTo>
                  <a:lnTo>
                    <a:pt x="2842831" y="3803565"/>
                  </a:lnTo>
                  <a:close/>
                </a:path>
                <a:path w="3801109" h="4636770">
                  <a:moveTo>
                    <a:pt x="2643212" y="3912754"/>
                  </a:moveTo>
                  <a:lnTo>
                    <a:pt x="2603219" y="3898385"/>
                  </a:lnTo>
                  <a:lnTo>
                    <a:pt x="2454891" y="3812627"/>
                  </a:lnTo>
                  <a:lnTo>
                    <a:pt x="2775511" y="3812627"/>
                  </a:lnTo>
                  <a:lnTo>
                    <a:pt x="2750206" y="3873396"/>
                  </a:lnTo>
                  <a:lnTo>
                    <a:pt x="2719946" y="3898385"/>
                  </a:lnTo>
                  <a:lnTo>
                    <a:pt x="2683201" y="3912130"/>
                  </a:lnTo>
                  <a:lnTo>
                    <a:pt x="2643212" y="3912754"/>
                  </a:lnTo>
                  <a:close/>
                </a:path>
                <a:path w="3801109" h="4636770">
                  <a:moveTo>
                    <a:pt x="2738848" y="4554355"/>
                  </a:moveTo>
                  <a:lnTo>
                    <a:pt x="2422716" y="4554355"/>
                  </a:lnTo>
                  <a:lnTo>
                    <a:pt x="2471942" y="4552239"/>
                  </a:lnTo>
                  <a:lnTo>
                    <a:pt x="2520873" y="4545889"/>
                  </a:lnTo>
                  <a:lnTo>
                    <a:pt x="2569210" y="4535305"/>
                  </a:lnTo>
                  <a:lnTo>
                    <a:pt x="2616659" y="4520489"/>
                  </a:lnTo>
                  <a:lnTo>
                    <a:pt x="2662922" y="4501439"/>
                  </a:lnTo>
                  <a:lnTo>
                    <a:pt x="2707704" y="4478156"/>
                  </a:lnTo>
                  <a:lnTo>
                    <a:pt x="3110603" y="4245231"/>
                  </a:lnTo>
                  <a:lnTo>
                    <a:pt x="3156025" y="4221835"/>
                  </a:lnTo>
                  <a:lnTo>
                    <a:pt x="3203052" y="4203118"/>
                  </a:lnTo>
                  <a:lnTo>
                    <a:pt x="3251327" y="4189081"/>
                  </a:lnTo>
                  <a:lnTo>
                    <a:pt x="3300493" y="4179723"/>
                  </a:lnTo>
                  <a:lnTo>
                    <a:pt x="3350194" y="4175043"/>
                  </a:lnTo>
                  <a:lnTo>
                    <a:pt x="3400073" y="4175043"/>
                  </a:lnTo>
                  <a:lnTo>
                    <a:pt x="3449774" y="4179723"/>
                  </a:lnTo>
                  <a:lnTo>
                    <a:pt x="3498940" y="4189081"/>
                  </a:lnTo>
                  <a:lnTo>
                    <a:pt x="3547215" y="4203118"/>
                  </a:lnTo>
                  <a:lnTo>
                    <a:pt x="3594242" y="4221835"/>
                  </a:lnTo>
                  <a:lnTo>
                    <a:pt x="3639664" y="4245231"/>
                  </a:lnTo>
                  <a:lnTo>
                    <a:pt x="3659078" y="4256451"/>
                  </a:lnTo>
                  <a:lnTo>
                    <a:pt x="3375267" y="4256451"/>
                  </a:lnTo>
                  <a:lnTo>
                    <a:pt x="3328937" y="4258842"/>
                  </a:lnTo>
                  <a:lnTo>
                    <a:pt x="3283006" y="4266015"/>
                  </a:lnTo>
                  <a:lnTo>
                    <a:pt x="3237874" y="4277969"/>
                  </a:lnTo>
                  <a:lnTo>
                    <a:pt x="3193943" y="4294705"/>
                  </a:lnTo>
                  <a:lnTo>
                    <a:pt x="3151615" y="4316223"/>
                  </a:lnTo>
                  <a:lnTo>
                    <a:pt x="2748716" y="4549148"/>
                  </a:lnTo>
                  <a:lnTo>
                    <a:pt x="2738848" y="4554355"/>
                  </a:lnTo>
                  <a:close/>
                </a:path>
                <a:path w="3801109" h="4636770">
                  <a:moveTo>
                    <a:pt x="3755379" y="4402987"/>
                  </a:moveTo>
                  <a:lnTo>
                    <a:pt x="3739949" y="4397776"/>
                  </a:lnTo>
                  <a:lnTo>
                    <a:pt x="3598846" y="4316223"/>
                  </a:lnTo>
                  <a:lnTo>
                    <a:pt x="3556544" y="4294705"/>
                  </a:lnTo>
                  <a:lnTo>
                    <a:pt x="3512634" y="4277969"/>
                  </a:lnTo>
                  <a:lnTo>
                    <a:pt x="3467517" y="4266015"/>
                  </a:lnTo>
                  <a:lnTo>
                    <a:pt x="3421594" y="4258842"/>
                  </a:lnTo>
                  <a:lnTo>
                    <a:pt x="3375267" y="4256451"/>
                  </a:lnTo>
                  <a:lnTo>
                    <a:pt x="3659078" y="4256451"/>
                  </a:lnTo>
                  <a:lnTo>
                    <a:pt x="3780767" y="4326784"/>
                  </a:lnTo>
                  <a:lnTo>
                    <a:pt x="3793046" y="4337574"/>
                  </a:lnTo>
                  <a:lnTo>
                    <a:pt x="3799979" y="4351719"/>
                  </a:lnTo>
                  <a:lnTo>
                    <a:pt x="3801090" y="4367404"/>
                  </a:lnTo>
                  <a:lnTo>
                    <a:pt x="3795902" y="4382814"/>
                  </a:lnTo>
                  <a:lnTo>
                    <a:pt x="3785141" y="4395039"/>
                  </a:lnTo>
                  <a:lnTo>
                    <a:pt x="3771038" y="4401919"/>
                  </a:lnTo>
                  <a:lnTo>
                    <a:pt x="3755379" y="4402987"/>
                  </a:lnTo>
                  <a:close/>
                </a:path>
              </a:pathLst>
            </a:custGeom>
            <a:solidFill>
              <a:srgbClr val="528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642040" y="534408"/>
              <a:ext cx="3830320" cy="4876800"/>
            </a:xfrm>
            <a:custGeom>
              <a:avLst/>
              <a:gdLst/>
              <a:ahLst/>
              <a:cxnLst/>
              <a:rect l="l" t="t" r="r" b="b"/>
              <a:pathLst>
                <a:path w="3830319" h="4876800">
                  <a:moveTo>
                    <a:pt x="1790879" y="4229099"/>
                  </a:moveTo>
                  <a:lnTo>
                    <a:pt x="1776134" y="4229099"/>
                  </a:lnTo>
                  <a:lnTo>
                    <a:pt x="859016" y="3695699"/>
                  </a:lnTo>
                  <a:lnTo>
                    <a:pt x="859016" y="3543299"/>
                  </a:lnTo>
                  <a:lnTo>
                    <a:pt x="870441" y="3530599"/>
                  </a:lnTo>
                  <a:lnTo>
                    <a:pt x="1175984" y="3352799"/>
                  </a:lnTo>
                  <a:lnTo>
                    <a:pt x="1175984" y="3314699"/>
                  </a:lnTo>
                  <a:lnTo>
                    <a:pt x="94231" y="2692399"/>
                  </a:lnTo>
                  <a:lnTo>
                    <a:pt x="54996" y="2654299"/>
                  </a:lnTo>
                  <a:lnTo>
                    <a:pt x="25327" y="2616199"/>
                  </a:lnTo>
                  <a:lnTo>
                    <a:pt x="6553" y="2578099"/>
                  </a:lnTo>
                  <a:lnTo>
                    <a:pt x="0" y="2527299"/>
                  </a:lnTo>
                  <a:lnTo>
                    <a:pt x="0" y="292099"/>
                  </a:lnTo>
                  <a:lnTo>
                    <a:pt x="4873" y="241299"/>
                  </a:lnTo>
                  <a:lnTo>
                    <a:pt x="18970" y="203199"/>
                  </a:lnTo>
                  <a:lnTo>
                    <a:pt x="41509" y="165099"/>
                  </a:lnTo>
                  <a:lnTo>
                    <a:pt x="71707" y="126999"/>
                  </a:lnTo>
                  <a:lnTo>
                    <a:pt x="108780" y="101599"/>
                  </a:lnTo>
                  <a:lnTo>
                    <a:pt x="230451" y="25399"/>
                  </a:lnTo>
                  <a:lnTo>
                    <a:pt x="273036" y="12699"/>
                  </a:lnTo>
                  <a:lnTo>
                    <a:pt x="317836" y="0"/>
                  </a:lnTo>
                  <a:lnTo>
                    <a:pt x="409647" y="0"/>
                  </a:lnTo>
                  <a:lnTo>
                    <a:pt x="454446" y="12699"/>
                  </a:lnTo>
                  <a:lnTo>
                    <a:pt x="497032" y="25399"/>
                  </a:lnTo>
                  <a:lnTo>
                    <a:pt x="339140" y="25399"/>
                  </a:lnTo>
                  <a:lnTo>
                    <a:pt x="290791" y="38099"/>
                  </a:lnTo>
                  <a:lnTo>
                    <a:pt x="245000" y="50799"/>
                  </a:lnTo>
                  <a:lnTo>
                    <a:pt x="123428" y="126999"/>
                  </a:lnTo>
                  <a:lnTo>
                    <a:pt x="92928" y="152399"/>
                  </a:lnTo>
                  <a:lnTo>
                    <a:pt x="48369" y="203199"/>
                  </a:lnTo>
                  <a:lnTo>
                    <a:pt x="35446" y="241299"/>
                  </a:lnTo>
                  <a:lnTo>
                    <a:pt x="89095" y="241299"/>
                  </a:lnTo>
                  <a:lnTo>
                    <a:pt x="80340" y="253999"/>
                  </a:lnTo>
                  <a:lnTo>
                    <a:pt x="63471" y="253999"/>
                  </a:lnTo>
                  <a:lnTo>
                    <a:pt x="48981" y="266699"/>
                  </a:lnTo>
                  <a:lnTo>
                    <a:pt x="38144" y="279399"/>
                  </a:lnTo>
                  <a:lnTo>
                    <a:pt x="31352" y="292099"/>
                  </a:lnTo>
                  <a:lnTo>
                    <a:pt x="29001" y="317499"/>
                  </a:lnTo>
                  <a:lnTo>
                    <a:pt x="29001" y="2527299"/>
                  </a:lnTo>
                  <a:lnTo>
                    <a:pt x="34601" y="2565399"/>
                  </a:lnTo>
                  <a:lnTo>
                    <a:pt x="50508" y="2603499"/>
                  </a:lnTo>
                  <a:lnTo>
                    <a:pt x="75607" y="2641599"/>
                  </a:lnTo>
                  <a:lnTo>
                    <a:pt x="108780" y="2666999"/>
                  </a:lnTo>
                  <a:lnTo>
                    <a:pt x="1366937" y="3390899"/>
                  </a:lnTo>
                  <a:lnTo>
                    <a:pt x="1176180" y="3390899"/>
                  </a:lnTo>
                  <a:lnTo>
                    <a:pt x="902763" y="3543299"/>
                  </a:lnTo>
                  <a:lnTo>
                    <a:pt x="946807" y="3568699"/>
                  </a:lnTo>
                  <a:lnTo>
                    <a:pt x="888213" y="3568699"/>
                  </a:lnTo>
                  <a:lnTo>
                    <a:pt x="888213" y="3670299"/>
                  </a:lnTo>
                  <a:lnTo>
                    <a:pt x="1761389" y="4178299"/>
                  </a:lnTo>
                  <a:lnTo>
                    <a:pt x="1769103" y="4190999"/>
                  </a:lnTo>
                  <a:lnTo>
                    <a:pt x="1839526" y="4190999"/>
                  </a:lnTo>
                  <a:lnTo>
                    <a:pt x="1794199" y="4216399"/>
                  </a:lnTo>
                  <a:lnTo>
                    <a:pt x="1790879" y="4229099"/>
                  </a:lnTo>
                  <a:close/>
                </a:path>
                <a:path w="3830319" h="4876800">
                  <a:moveTo>
                    <a:pt x="2898314" y="4190999"/>
                  </a:moveTo>
                  <a:lnTo>
                    <a:pt x="2792951" y="4190999"/>
                  </a:lnTo>
                  <a:lnTo>
                    <a:pt x="2839621" y="4178299"/>
                  </a:lnTo>
                  <a:lnTo>
                    <a:pt x="2883764" y="4165599"/>
                  </a:lnTo>
                  <a:lnTo>
                    <a:pt x="3018422" y="4089399"/>
                  </a:lnTo>
                  <a:lnTo>
                    <a:pt x="3055601" y="4051299"/>
                  </a:lnTo>
                  <a:lnTo>
                    <a:pt x="3085881" y="4025899"/>
                  </a:lnTo>
                  <a:lnTo>
                    <a:pt x="3108479" y="3987799"/>
                  </a:lnTo>
                  <a:lnTo>
                    <a:pt x="3122611" y="3936999"/>
                  </a:lnTo>
                  <a:lnTo>
                    <a:pt x="3127496" y="3898899"/>
                  </a:lnTo>
                  <a:lnTo>
                    <a:pt x="3127496" y="1752599"/>
                  </a:lnTo>
                  <a:lnTo>
                    <a:pt x="3124919" y="1714499"/>
                  </a:lnTo>
                  <a:lnTo>
                    <a:pt x="3117280" y="1676399"/>
                  </a:lnTo>
                  <a:lnTo>
                    <a:pt x="3104715" y="1638299"/>
                  </a:lnTo>
                  <a:lnTo>
                    <a:pt x="3087362" y="1612899"/>
                  </a:lnTo>
                  <a:lnTo>
                    <a:pt x="3065530" y="1574799"/>
                  </a:lnTo>
                  <a:lnTo>
                    <a:pt x="3010258" y="1523999"/>
                  </a:lnTo>
                  <a:lnTo>
                    <a:pt x="2977605" y="1498599"/>
                  </a:lnTo>
                  <a:lnTo>
                    <a:pt x="482482" y="50799"/>
                  </a:lnTo>
                  <a:lnTo>
                    <a:pt x="436692" y="38099"/>
                  </a:lnTo>
                  <a:lnTo>
                    <a:pt x="388343" y="25399"/>
                  </a:lnTo>
                  <a:lnTo>
                    <a:pt x="497032" y="25399"/>
                  </a:lnTo>
                  <a:lnTo>
                    <a:pt x="2992155" y="1473199"/>
                  </a:lnTo>
                  <a:lnTo>
                    <a:pt x="3027967" y="1498599"/>
                  </a:lnTo>
                  <a:lnTo>
                    <a:pt x="3060265" y="1523999"/>
                  </a:lnTo>
                  <a:lnTo>
                    <a:pt x="3088607" y="1562099"/>
                  </a:lnTo>
                  <a:lnTo>
                    <a:pt x="3112556" y="1587499"/>
                  </a:lnTo>
                  <a:lnTo>
                    <a:pt x="3131589" y="1625599"/>
                  </a:lnTo>
                  <a:lnTo>
                    <a:pt x="3145378" y="1676399"/>
                  </a:lnTo>
                  <a:lnTo>
                    <a:pt x="3153765" y="1714499"/>
                  </a:lnTo>
                  <a:lnTo>
                    <a:pt x="3156595" y="1752599"/>
                  </a:lnTo>
                  <a:lnTo>
                    <a:pt x="3156595" y="3898899"/>
                  </a:lnTo>
                  <a:lnTo>
                    <a:pt x="3151060" y="3949699"/>
                  </a:lnTo>
                  <a:lnTo>
                    <a:pt x="3135044" y="4000499"/>
                  </a:lnTo>
                  <a:lnTo>
                    <a:pt x="3109433" y="4038599"/>
                  </a:lnTo>
                  <a:lnTo>
                    <a:pt x="3075114" y="4076699"/>
                  </a:lnTo>
                  <a:lnTo>
                    <a:pt x="3032972" y="4114799"/>
                  </a:lnTo>
                  <a:lnTo>
                    <a:pt x="2898314" y="4190999"/>
                  </a:lnTo>
                  <a:close/>
                </a:path>
                <a:path w="3830319" h="4876800">
                  <a:moveTo>
                    <a:pt x="2769477" y="4127499"/>
                  </a:moveTo>
                  <a:lnTo>
                    <a:pt x="2702307" y="4127499"/>
                  </a:lnTo>
                  <a:lnTo>
                    <a:pt x="2727233" y="4114799"/>
                  </a:lnTo>
                  <a:lnTo>
                    <a:pt x="2748725" y="4102099"/>
                  </a:lnTo>
                  <a:lnTo>
                    <a:pt x="2764779" y="4076699"/>
                  </a:lnTo>
                  <a:lnTo>
                    <a:pt x="2774828" y="4051299"/>
                  </a:lnTo>
                  <a:lnTo>
                    <a:pt x="2778304" y="4025899"/>
                  </a:lnTo>
                  <a:lnTo>
                    <a:pt x="2778304" y="1892299"/>
                  </a:lnTo>
                  <a:lnTo>
                    <a:pt x="2772245" y="1841499"/>
                  </a:lnTo>
                  <a:lnTo>
                    <a:pt x="2754880" y="1803399"/>
                  </a:lnTo>
                  <a:lnTo>
                    <a:pt x="2727427" y="1765299"/>
                  </a:lnTo>
                  <a:lnTo>
                    <a:pt x="2691104" y="1739899"/>
                  </a:lnTo>
                  <a:lnTo>
                    <a:pt x="132411" y="253999"/>
                  </a:lnTo>
                  <a:lnTo>
                    <a:pt x="115616" y="253999"/>
                  </a:lnTo>
                  <a:lnTo>
                    <a:pt x="106843" y="241299"/>
                  </a:lnTo>
                  <a:lnTo>
                    <a:pt x="39645" y="241299"/>
                  </a:lnTo>
                  <a:lnTo>
                    <a:pt x="44137" y="228599"/>
                  </a:lnTo>
                  <a:lnTo>
                    <a:pt x="49019" y="228599"/>
                  </a:lnTo>
                  <a:lnTo>
                    <a:pt x="72946" y="215899"/>
                  </a:lnTo>
                  <a:lnTo>
                    <a:pt x="123034" y="215899"/>
                  </a:lnTo>
                  <a:lnTo>
                    <a:pt x="146961" y="228599"/>
                  </a:lnTo>
                  <a:lnTo>
                    <a:pt x="2705751" y="1714499"/>
                  </a:lnTo>
                  <a:lnTo>
                    <a:pt x="2748138" y="1739899"/>
                  </a:lnTo>
                  <a:lnTo>
                    <a:pt x="2780171" y="1790699"/>
                  </a:lnTo>
                  <a:lnTo>
                    <a:pt x="2800432" y="1828799"/>
                  </a:lnTo>
                  <a:lnTo>
                    <a:pt x="2807501" y="1892299"/>
                  </a:lnTo>
                  <a:lnTo>
                    <a:pt x="2807501" y="4025899"/>
                  </a:lnTo>
                  <a:lnTo>
                    <a:pt x="2803029" y="4063999"/>
                  </a:lnTo>
                  <a:lnTo>
                    <a:pt x="2790107" y="4089399"/>
                  </a:lnTo>
                  <a:lnTo>
                    <a:pt x="2769477" y="4127499"/>
                  </a:lnTo>
                  <a:close/>
                </a:path>
                <a:path w="3830319" h="4876800">
                  <a:moveTo>
                    <a:pt x="2596575" y="3835399"/>
                  </a:moveTo>
                  <a:lnTo>
                    <a:pt x="2550294" y="3822699"/>
                  </a:lnTo>
                  <a:lnTo>
                    <a:pt x="198129" y="2463799"/>
                  </a:lnTo>
                  <a:lnTo>
                    <a:pt x="163691" y="2438399"/>
                  </a:lnTo>
                  <a:lnTo>
                    <a:pt x="137721" y="2400299"/>
                  </a:lnTo>
                  <a:lnTo>
                    <a:pt x="121327" y="2362199"/>
                  </a:lnTo>
                  <a:lnTo>
                    <a:pt x="115616" y="2311399"/>
                  </a:lnTo>
                  <a:lnTo>
                    <a:pt x="115616" y="457199"/>
                  </a:lnTo>
                  <a:lnTo>
                    <a:pt x="124662" y="419099"/>
                  </a:lnTo>
                  <a:lnTo>
                    <a:pt x="147779" y="393699"/>
                  </a:lnTo>
                  <a:lnTo>
                    <a:pt x="212093" y="393699"/>
                  </a:lnTo>
                  <a:lnTo>
                    <a:pt x="2587889" y="1777999"/>
                  </a:lnTo>
                  <a:lnTo>
                    <a:pt x="2629557" y="1803399"/>
                  </a:lnTo>
                  <a:lnTo>
                    <a:pt x="2660954" y="1841499"/>
                  </a:lnTo>
                  <a:lnTo>
                    <a:pt x="2680743" y="1892299"/>
                  </a:lnTo>
                  <a:lnTo>
                    <a:pt x="2687588" y="1943099"/>
                  </a:lnTo>
                  <a:lnTo>
                    <a:pt x="2685156" y="3670299"/>
                  </a:lnTo>
                  <a:lnTo>
                    <a:pt x="2685049" y="3746499"/>
                  </a:lnTo>
                  <a:lnTo>
                    <a:pt x="2672329" y="3784599"/>
                  </a:lnTo>
                  <a:lnTo>
                    <a:pt x="2640045" y="3822699"/>
                  </a:lnTo>
                  <a:lnTo>
                    <a:pt x="2596575" y="3835399"/>
                  </a:lnTo>
                  <a:close/>
                </a:path>
                <a:path w="3830319" h="4876800">
                  <a:moveTo>
                    <a:pt x="1453343" y="3378199"/>
                  </a:moveTo>
                  <a:lnTo>
                    <a:pt x="1401943" y="3378199"/>
                  </a:lnTo>
                  <a:lnTo>
                    <a:pt x="1375095" y="3352799"/>
                  </a:lnTo>
                  <a:lnTo>
                    <a:pt x="1352301" y="3327399"/>
                  </a:lnTo>
                  <a:lnTo>
                    <a:pt x="1336484" y="3289299"/>
                  </a:lnTo>
                  <a:lnTo>
                    <a:pt x="1330562" y="3251199"/>
                  </a:lnTo>
                  <a:lnTo>
                    <a:pt x="1337149" y="3225799"/>
                  </a:lnTo>
                  <a:lnTo>
                    <a:pt x="1354254" y="3200399"/>
                  </a:lnTo>
                  <a:lnTo>
                    <a:pt x="1404092" y="3200399"/>
                  </a:lnTo>
                  <a:lnTo>
                    <a:pt x="1437045" y="3225799"/>
                  </a:lnTo>
                  <a:lnTo>
                    <a:pt x="1459654" y="3263899"/>
                  </a:lnTo>
                  <a:lnTo>
                    <a:pt x="1472669" y="3301999"/>
                  </a:lnTo>
                  <a:lnTo>
                    <a:pt x="1476840" y="3327399"/>
                  </a:lnTo>
                  <a:lnTo>
                    <a:pt x="1470369" y="3352799"/>
                  </a:lnTo>
                  <a:lnTo>
                    <a:pt x="1453343" y="3378199"/>
                  </a:lnTo>
                  <a:close/>
                </a:path>
                <a:path w="3830319" h="4876800">
                  <a:moveTo>
                    <a:pt x="1780235" y="3911599"/>
                  </a:moveTo>
                  <a:lnTo>
                    <a:pt x="1760315" y="3898899"/>
                  </a:lnTo>
                  <a:lnTo>
                    <a:pt x="1752893" y="3898899"/>
                  </a:lnTo>
                  <a:lnTo>
                    <a:pt x="1176180" y="3568699"/>
                  </a:lnTo>
                  <a:lnTo>
                    <a:pt x="1176180" y="3390899"/>
                  </a:lnTo>
                  <a:lnTo>
                    <a:pt x="1205181" y="3390899"/>
                  </a:lnTo>
                  <a:lnTo>
                    <a:pt x="1205181" y="3555999"/>
                  </a:lnTo>
                  <a:lnTo>
                    <a:pt x="1765588" y="3873499"/>
                  </a:lnTo>
                  <a:lnTo>
                    <a:pt x="1845855" y="3873499"/>
                  </a:lnTo>
                  <a:lnTo>
                    <a:pt x="1780235" y="3911599"/>
                  </a:lnTo>
                  <a:close/>
                </a:path>
                <a:path w="3830319" h="4876800">
                  <a:moveTo>
                    <a:pt x="1794687" y="3873499"/>
                  </a:moveTo>
                  <a:lnTo>
                    <a:pt x="1765588" y="3873499"/>
                  </a:lnTo>
                  <a:lnTo>
                    <a:pt x="1765588" y="3708399"/>
                  </a:lnTo>
                  <a:lnTo>
                    <a:pt x="1205181" y="3390899"/>
                  </a:lnTo>
                  <a:lnTo>
                    <a:pt x="1366937" y="3390899"/>
                  </a:lnTo>
                  <a:lnTo>
                    <a:pt x="1852541" y="3670299"/>
                  </a:lnTo>
                  <a:lnTo>
                    <a:pt x="1794687" y="3670299"/>
                  </a:lnTo>
                  <a:lnTo>
                    <a:pt x="1794687" y="3873499"/>
                  </a:lnTo>
                  <a:close/>
                </a:path>
                <a:path w="3830319" h="4876800">
                  <a:moveTo>
                    <a:pt x="1798202" y="4190999"/>
                  </a:moveTo>
                  <a:lnTo>
                    <a:pt x="1769103" y="4190999"/>
                  </a:lnTo>
                  <a:lnTo>
                    <a:pt x="1769103" y="4076699"/>
                  </a:lnTo>
                  <a:lnTo>
                    <a:pt x="888213" y="3568699"/>
                  </a:lnTo>
                  <a:lnTo>
                    <a:pt x="946807" y="3568699"/>
                  </a:lnTo>
                  <a:lnTo>
                    <a:pt x="1783653" y="4051299"/>
                  </a:lnTo>
                  <a:lnTo>
                    <a:pt x="1842327" y="4051299"/>
                  </a:lnTo>
                  <a:lnTo>
                    <a:pt x="1798202" y="4076699"/>
                  </a:lnTo>
                  <a:lnTo>
                    <a:pt x="1798202" y="4190999"/>
                  </a:lnTo>
                  <a:close/>
                </a:path>
                <a:path w="3830319" h="4876800">
                  <a:moveTo>
                    <a:pt x="1845855" y="3873499"/>
                  </a:moveTo>
                  <a:lnTo>
                    <a:pt x="1794687" y="3873499"/>
                  </a:lnTo>
                  <a:lnTo>
                    <a:pt x="1969869" y="3771899"/>
                  </a:lnTo>
                  <a:lnTo>
                    <a:pt x="1794687" y="3670299"/>
                  </a:lnTo>
                  <a:lnTo>
                    <a:pt x="1852541" y="3670299"/>
                  </a:lnTo>
                  <a:lnTo>
                    <a:pt x="2051197" y="3784599"/>
                  </a:lnTo>
                  <a:lnTo>
                    <a:pt x="1998969" y="3784599"/>
                  </a:lnTo>
                  <a:lnTo>
                    <a:pt x="1845855" y="3873499"/>
                  </a:lnTo>
                  <a:close/>
                </a:path>
                <a:path w="3830319" h="4876800">
                  <a:moveTo>
                    <a:pt x="1842327" y="4051299"/>
                  </a:moveTo>
                  <a:lnTo>
                    <a:pt x="1783653" y="4051299"/>
                  </a:lnTo>
                  <a:lnTo>
                    <a:pt x="2122104" y="3860799"/>
                  </a:lnTo>
                  <a:lnTo>
                    <a:pt x="1998969" y="3784599"/>
                  </a:lnTo>
                  <a:lnTo>
                    <a:pt x="2051197" y="3784599"/>
                  </a:lnTo>
                  <a:lnTo>
                    <a:pt x="2205707" y="3873499"/>
                  </a:lnTo>
                  <a:lnTo>
                    <a:pt x="2151203" y="3873499"/>
                  </a:lnTo>
                  <a:lnTo>
                    <a:pt x="1842327" y="4051299"/>
                  </a:lnTo>
                  <a:close/>
                </a:path>
                <a:path w="3830319" h="4876800">
                  <a:moveTo>
                    <a:pt x="1839526" y="4190999"/>
                  </a:moveTo>
                  <a:lnTo>
                    <a:pt x="1798202" y="4190999"/>
                  </a:lnTo>
                  <a:lnTo>
                    <a:pt x="2241137" y="3924299"/>
                  </a:lnTo>
                  <a:lnTo>
                    <a:pt x="2151203" y="3873499"/>
                  </a:lnTo>
                  <a:lnTo>
                    <a:pt x="2205707" y="3873499"/>
                  </a:lnTo>
                  <a:lnTo>
                    <a:pt x="2338145" y="3949699"/>
                  </a:lnTo>
                  <a:lnTo>
                    <a:pt x="2270139" y="3949699"/>
                  </a:lnTo>
                  <a:lnTo>
                    <a:pt x="1839526" y="4190999"/>
                  </a:lnTo>
                  <a:close/>
                </a:path>
                <a:path w="3830319" h="4876800">
                  <a:moveTo>
                    <a:pt x="2536988" y="4876799"/>
                  </a:moveTo>
                  <a:lnTo>
                    <a:pt x="2341171" y="4876799"/>
                  </a:lnTo>
                  <a:lnTo>
                    <a:pt x="2293871" y="4864099"/>
                  </a:lnTo>
                  <a:lnTo>
                    <a:pt x="2157561" y="4825999"/>
                  </a:lnTo>
                  <a:lnTo>
                    <a:pt x="2114682" y="4800599"/>
                  </a:lnTo>
                  <a:lnTo>
                    <a:pt x="2073036" y="4775199"/>
                  </a:lnTo>
                  <a:lnTo>
                    <a:pt x="2037746" y="4737099"/>
                  </a:lnTo>
                  <a:lnTo>
                    <a:pt x="2009405" y="4698999"/>
                  </a:lnTo>
                  <a:lnTo>
                    <a:pt x="1988607" y="4660899"/>
                  </a:lnTo>
                  <a:lnTo>
                    <a:pt x="1975946" y="4610099"/>
                  </a:lnTo>
                  <a:lnTo>
                    <a:pt x="1972017" y="4559299"/>
                  </a:lnTo>
                  <a:lnTo>
                    <a:pt x="1976548" y="4521199"/>
                  </a:lnTo>
                  <a:lnTo>
                    <a:pt x="1988668" y="4470399"/>
                  </a:lnTo>
                  <a:lnTo>
                    <a:pt x="2007928" y="4432299"/>
                  </a:lnTo>
                  <a:lnTo>
                    <a:pt x="2033876" y="4394199"/>
                  </a:lnTo>
                  <a:lnTo>
                    <a:pt x="2066063" y="4356099"/>
                  </a:lnTo>
                  <a:lnTo>
                    <a:pt x="2104039" y="4330699"/>
                  </a:lnTo>
                  <a:lnTo>
                    <a:pt x="2289571" y="4229099"/>
                  </a:lnTo>
                  <a:lnTo>
                    <a:pt x="2324311" y="4203699"/>
                  </a:lnTo>
                  <a:lnTo>
                    <a:pt x="2350565" y="4165599"/>
                  </a:lnTo>
                  <a:lnTo>
                    <a:pt x="2367170" y="4127499"/>
                  </a:lnTo>
                  <a:lnTo>
                    <a:pt x="2372963" y="4089399"/>
                  </a:lnTo>
                  <a:lnTo>
                    <a:pt x="2372963" y="4000499"/>
                  </a:lnTo>
                  <a:lnTo>
                    <a:pt x="2270139" y="3949699"/>
                  </a:lnTo>
                  <a:lnTo>
                    <a:pt x="2338145" y="3949699"/>
                  </a:lnTo>
                  <a:lnTo>
                    <a:pt x="2470582" y="4025899"/>
                  </a:lnTo>
                  <a:lnTo>
                    <a:pt x="2402160" y="4025899"/>
                  </a:lnTo>
                  <a:lnTo>
                    <a:pt x="2402160" y="4089399"/>
                  </a:lnTo>
                  <a:lnTo>
                    <a:pt x="2395343" y="4140199"/>
                  </a:lnTo>
                  <a:lnTo>
                    <a:pt x="2375819" y="4178299"/>
                  </a:lnTo>
                  <a:lnTo>
                    <a:pt x="2344981" y="4216399"/>
                  </a:lnTo>
                  <a:lnTo>
                    <a:pt x="2304219" y="4254499"/>
                  </a:lnTo>
                  <a:lnTo>
                    <a:pt x="2118686" y="4356099"/>
                  </a:lnTo>
                  <a:lnTo>
                    <a:pt x="2078749" y="4394199"/>
                  </a:lnTo>
                  <a:lnTo>
                    <a:pt x="2046344" y="4419599"/>
                  </a:lnTo>
                  <a:lnTo>
                    <a:pt x="2022161" y="4470399"/>
                  </a:lnTo>
                  <a:lnTo>
                    <a:pt x="2006888" y="4508499"/>
                  </a:lnTo>
                  <a:lnTo>
                    <a:pt x="2001214" y="4559299"/>
                  </a:lnTo>
                  <a:lnTo>
                    <a:pt x="2006407" y="4610099"/>
                  </a:lnTo>
                  <a:lnTo>
                    <a:pt x="2022670" y="4660899"/>
                  </a:lnTo>
                  <a:lnTo>
                    <a:pt x="2049100" y="4711699"/>
                  </a:lnTo>
                  <a:lnTo>
                    <a:pt x="2084792" y="4749799"/>
                  </a:lnTo>
                  <a:lnTo>
                    <a:pt x="2128841" y="4775199"/>
                  </a:lnTo>
                  <a:lnTo>
                    <a:pt x="2176816" y="4800599"/>
                  </a:lnTo>
                  <a:lnTo>
                    <a:pt x="2226591" y="4813299"/>
                  </a:lnTo>
                  <a:lnTo>
                    <a:pt x="2277853" y="4838699"/>
                  </a:lnTo>
                  <a:lnTo>
                    <a:pt x="2330287" y="4838699"/>
                  </a:lnTo>
                  <a:lnTo>
                    <a:pt x="2383578" y="4851399"/>
                  </a:lnTo>
                  <a:lnTo>
                    <a:pt x="2633983" y="4851399"/>
                  </a:lnTo>
                  <a:lnTo>
                    <a:pt x="2536988" y="4876799"/>
                  </a:lnTo>
                  <a:close/>
                </a:path>
                <a:path w="3830319" h="4876800">
                  <a:moveTo>
                    <a:pt x="2507241" y="4800599"/>
                  </a:moveTo>
                  <a:lnTo>
                    <a:pt x="2367554" y="4800599"/>
                  </a:lnTo>
                  <a:lnTo>
                    <a:pt x="2187407" y="4749799"/>
                  </a:lnTo>
                  <a:lnTo>
                    <a:pt x="2145051" y="4724399"/>
                  </a:lnTo>
                  <a:lnTo>
                    <a:pt x="2107416" y="4698999"/>
                  </a:lnTo>
                  <a:lnTo>
                    <a:pt x="2078991" y="4660899"/>
                  </a:lnTo>
                  <a:lnTo>
                    <a:pt x="2060820" y="4610099"/>
                  </a:lnTo>
                  <a:lnTo>
                    <a:pt x="2053944" y="4571999"/>
                  </a:lnTo>
                  <a:lnTo>
                    <a:pt x="2059861" y="4521199"/>
                  </a:lnTo>
                  <a:lnTo>
                    <a:pt x="2078503" y="4470399"/>
                  </a:lnTo>
                  <a:lnTo>
                    <a:pt x="2108570" y="4432299"/>
                  </a:lnTo>
                  <a:lnTo>
                    <a:pt x="2148762" y="4406899"/>
                  </a:lnTo>
                  <a:lnTo>
                    <a:pt x="2330584" y="4305299"/>
                  </a:lnTo>
                  <a:lnTo>
                    <a:pt x="2372994" y="4267199"/>
                  </a:lnTo>
                  <a:lnTo>
                    <a:pt x="2407531" y="4229099"/>
                  </a:lnTo>
                  <a:lnTo>
                    <a:pt x="2433302" y="4190999"/>
                  </a:lnTo>
                  <a:lnTo>
                    <a:pt x="2449418" y="4140199"/>
                  </a:lnTo>
                  <a:lnTo>
                    <a:pt x="2454988" y="4089399"/>
                  </a:lnTo>
                  <a:lnTo>
                    <a:pt x="2454988" y="4051299"/>
                  </a:lnTo>
                  <a:lnTo>
                    <a:pt x="2402160" y="4025899"/>
                  </a:lnTo>
                  <a:lnTo>
                    <a:pt x="2470582" y="4025899"/>
                  </a:lnTo>
                  <a:lnTo>
                    <a:pt x="2536801" y="4063999"/>
                  </a:lnTo>
                  <a:lnTo>
                    <a:pt x="2484185" y="4063999"/>
                  </a:lnTo>
                  <a:lnTo>
                    <a:pt x="2484185" y="4089399"/>
                  </a:lnTo>
                  <a:lnTo>
                    <a:pt x="2479846" y="4127499"/>
                  </a:lnTo>
                  <a:lnTo>
                    <a:pt x="2467212" y="4178299"/>
                  </a:lnTo>
                  <a:lnTo>
                    <a:pt x="2446859" y="4216399"/>
                  </a:lnTo>
                  <a:lnTo>
                    <a:pt x="2419361" y="4267199"/>
                  </a:lnTo>
                  <a:lnTo>
                    <a:pt x="2385293" y="4292599"/>
                  </a:lnTo>
                  <a:lnTo>
                    <a:pt x="2345231" y="4330699"/>
                  </a:lnTo>
                  <a:lnTo>
                    <a:pt x="2163409" y="4432299"/>
                  </a:lnTo>
                  <a:lnTo>
                    <a:pt x="2129433" y="4457699"/>
                  </a:lnTo>
                  <a:lnTo>
                    <a:pt x="2088213" y="4521199"/>
                  </a:lnTo>
                  <a:lnTo>
                    <a:pt x="2083239" y="4571999"/>
                  </a:lnTo>
                  <a:lnTo>
                    <a:pt x="2089008" y="4610099"/>
                  </a:lnTo>
                  <a:lnTo>
                    <a:pt x="2104270" y="4648199"/>
                  </a:lnTo>
                  <a:lnTo>
                    <a:pt x="2159796" y="4698999"/>
                  </a:lnTo>
                  <a:lnTo>
                    <a:pt x="2203433" y="4724399"/>
                  </a:lnTo>
                  <a:lnTo>
                    <a:pt x="2389538" y="4775199"/>
                  </a:lnTo>
                  <a:lnTo>
                    <a:pt x="2598964" y="4775199"/>
                  </a:lnTo>
                  <a:lnTo>
                    <a:pt x="2507241" y="4800599"/>
                  </a:lnTo>
                  <a:close/>
                </a:path>
                <a:path w="3830319" h="4876800">
                  <a:moveTo>
                    <a:pt x="2873255" y="4203699"/>
                  </a:moveTo>
                  <a:lnTo>
                    <a:pt x="2712647" y="4203699"/>
                  </a:lnTo>
                  <a:lnTo>
                    <a:pt x="2687588" y="4190999"/>
                  </a:lnTo>
                  <a:lnTo>
                    <a:pt x="2484185" y="4063999"/>
                  </a:lnTo>
                  <a:lnTo>
                    <a:pt x="2536801" y="4063999"/>
                  </a:lnTo>
                  <a:lnTo>
                    <a:pt x="2625093" y="4114799"/>
                  </a:lnTo>
                  <a:lnTo>
                    <a:pt x="2650074" y="4127499"/>
                  </a:lnTo>
                  <a:lnTo>
                    <a:pt x="2769477" y="4127499"/>
                  </a:lnTo>
                  <a:lnTo>
                    <a:pt x="2741881" y="4140199"/>
                  </a:lnTo>
                  <a:lnTo>
                    <a:pt x="2731001" y="4152899"/>
                  </a:lnTo>
                  <a:lnTo>
                    <a:pt x="2696767" y="4152899"/>
                  </a:lnTo>
                  <a:lnTo>
                    <a:pt x="2702138" y="4165599"/>
                  </a:lnTo>
                  <a:lnTo>
                    <a:pt x="2746281" y="4178299"/>
                  </a:lnTo>
                  <a:lnTo>
                    <a:pt x="2792951" y="4190999"/>
                  </a:lnTo>
                  <a:lnTo>
                    <a:pt x="2898314" y="4190999"/>
                  </a:lnTo>
                  <a:lnTo>
                    <a:pt x="2873255" y="4203699"/>
                  </a:lnTo>
                  <a:close/>
                </a:path>
                <a:path w="3830319" h="4876800">
                  <a:moveTo>
                    <a:pt x="2820207" y="4216399"/>
                  </a:moveTo>
                  <a:lnTo>
                    <a:pt x="2765695" y="4216399"/>
                  </a:lnTo>
                  <a:lnTo>
                    <a:pt x="2738805" y="4203699"/>
                  </a:lnTo>
                  <a:lnTo>
                    <a:pt x="2847097" y="4203699"/>
                  </a:lnTo>
                  <a:lnTo>
                    <a:pt x="2820207" y="4216399"/>
                  </a:lnTo>
                  <a:close/>
                </a:path>
                <a:path w="3830319" h="4876800">
                  <a:moveTo>
                    <a:pt x="2598964" y="4775199"/>
                  </a:moveTo>
                  <a:lnTo>
                    <a:pt x="2485480" y="4775199"/>
                  </a:lnTo>
                  <a:lnTo>
                    <a:pt x="2671585" y="4724399"/>
                  </a:lnTo>
                  <a:lnTo>
                    <a:pt x="2715222" y="4698999"/>
                  </a:lnTo>
                  <a:lnTo>
                    <a:pt x="3118121" y="4470399"/>
                  </a:lnTo>
                  <a:lnTo>
                    <a:pt x="3160836" y="4444999"/>
                  </a:lnTo>
                  <a:lnTo>
                    <a:pt x="3204962" y="4419599"/>
                  </a:lnTo>
                  <a:lnTo>
                    <a:pt x="3296316" y="4394199"/>
                  </a:lnTo>
                  <a:lnTo>
                    <a:pt x="3483538" y="4394199"/>
                  </a:lnTo>
                  <a:lnTo>
                    <a:pt x="3574892" y="4419599"/>
                  </a:lnTo>
                  <a:lnTo>
                    <a:pt x="3365575" y="4419599"/>
                  </a:lnTo>
                  <a:lnTo>
                    <a:pt x="3317240" y="4432299"/>
                  </a:lnTo>
                  <a:lnTo>
                    <a:pt x="3269426" y="4432299"/>
                  </a:lnTo>
                  <a:lnTo>
                    <a:pt x="3222479" y="4444999"/>
                  </a:lnTo>
                  <a:lnTo>
                    <a:pt x="3176746" y="4470399"/>
                  </a:lnTo>
                  <a:lnTo>
                    <a:pt x="2729674" y="4724399"/>
                  </a:lnTo>
                  <a:lnTo>
                    <a:pt x="2687339" y="4749799"/>
                  </a:lnTo>
                  <a:lnTo>
                    <a:pt x="2598964" y="4775199"/>
                  </a:lnTo>
                  <a:close/>
                </a:path>
                <a:path w="3830319" h="4876800">
                  <a:moveTo>
                    <a:pt x="3823048" y="4622799"/>
                  </a:moveTo>
                  <a:lnTo>
                    <a:pt x="3788774" y="4622799"/>
                  </a:lnTo>
                  <a:lnTo>
                    <a:pt x="3794437" y="4610099"/>
                  </a:lnTo>
                  <a:lnTo>
                    <a:pt x="3797953" y="4610099"/>
                  </a:lnTo>
                  <a:lnTo>
                    <a:pt x="3801247" y="4597399"/>
                  </a:lnTo>
                  <a:lnTo>
                    <a:pt x="3800504" y="4584699"/>
                  </a:lnTo>
                  <a:lnTo>
                    <a:pt x="3796044" y="4571999"/>
                  </a:lnTo>
                  <a:lnTo>
                    <a:pt x="3788188" y="4571999"/>
                  </a:lnTo>
                  <a:lnTo>
                    <a:pt x="3647085" y="4495799"/>
                  </a:lnTo>
                  <a:lnTo>
                    <a:pt x="3602913" y="4470399"/>
                  </a:lnTo>
                  <a:lnTo>
                    <a:pt x="3557180" y="4444999"/>
                  </a:lnTo>
                  <a:lnTo>
                    <a:pt x="3510232" y="4432299"/>
                  </a:lnTo>
                  <a:lnTo>
                    <a:pt x="3462418" y="4432299"/>
                  </a:lnTo>
                  <a:lnTo>
                    <a:pt x="3414083" y="4419599"/>
                  </a:lnTo>
                  <a:lnTo>
                    <a:pt x="3574892" y="4419599"/>
                  </a:lnTo>
                  <a:lnTo>
                    <a:pt x="3619017" y="4444999"/>
                  </a:lnTo>
                  <a:lnTo>
                    <a:pt x="3661732" y="4470399"/>
                  </a:lnTo>
                  <a:lnTo>
                    <a:pt x="3802835" y="4546599"/>
                  </a:lnTo>
                  <a:lnTo>
                    <a:pt x="3819313" y="4559299"/>
                  </a:lnTo>
                  <a:lnTo>
                    <a:pt x="3828614" y="4584699"/>
                  </a:lnTo>
                  <a:lnTo>
                    <a:pt x="3830079" y="4597399"/>
                  </a:lnTo>
                  <a:lnTo>
                    <a:pt x="3823048" y="4622799"/>
                  </a:lnTo>
                  <a:close/>
                </a:path>
                <a:path w="3830319" h="4876800">
                  <a:moveTo>
                    <a:pt x="2633983" y="4851399"/>
                  </a:moveTo>
                  <a:lnTo>
                    <a:pt x="2532704" y="4851399"/>
                  </a:lnTo>
                  <a:lnTo>
                    <a:pt x="2670351" y="4813299"/>
                  </a:lnTo>
                  <a:lnTo>
                    <a:pt x="2713982" y="4787899"/>
                  </a:lnTo>
                  <a:lnTo>
                    <a:pt x="2756137" y="4762499"/>
                  </a:lnTo>
                  <a:lnTo>
                    <a:pt x="3159036" y="4533899"/>
                  </a:lnTo>
                  <a:lnTo>
                    <a:pt x="3202716" y="4508499"/>
                  </a:lnTo>
                  <a:lnTo>
                    <a:pt x="3342057" y="4470399"/>
                  </a:lnTo>
                  <a:lnTo>
                    <a:pt x="3437727" y="4470399"/>
                  </a:lnTo>
                  <a:lnTo>
                    <a:pt x="3577112" y="4508499"/>
                  </a:lnTo>
                  <a:lnTo>
                    <a:pt x="3315379" y="4508499"/>
                  </a:lnTo>
                  <a:lnTo>
                    <a:pt x="3219160" y="4533899"/>
                  </a:lnTo>
                  <a:lnTo>
                    <a:pt x="3173586" y="4559299"/>
                  </a:lnTo>
                  <a:lnTo>
                    <a:pt x="2726578" y="4813299"/>
                  </a:lnTo>
                  <a:lnTo>
                    <a:pt x="2680938" y="4838699"/>
                  </a:lnTo>
                  <a:lnTo>
                    <a:pt x="2633983" y="4851399"/>
                  </a:lnTo>
                  <a:close/>
                </a:path>
                <a:path w="3830319" h="4876800">
                  <a:moveTo>
                    <a:pt x="3799635" y="4648199"/>
                  </a:moveTo>
                  <a:lnTo>
                    <a:pt x="3747273" y="4648199"/>
                  </a:lnTo>
                  <a:lnTo>
                    <a:pt x="3606170" y="4559299"/>
                  </a:lnTo>
                  <a:lnTo>
                    <a:pt x="3560596" y="4533899"/>
                  </a:lnTo>
                  <a:lnTo>
                    <a:pt x="3464377" y="4508499"/>
                  </a:lnTo>
                  <a:lnTo>
                    <a:pt x="3577112" y="4508499"/>
                  </a:lnTo>
                  <a:lnTo>
                    <a:pt x="3620818" y="4533899"/>
                  </a:lnTo>
                  <a:lnTo>
                    <a:pt x="3761920" y="4622799"/>
                  </a:lnTo>
                  <a:lnTo>
                    <a:pt x="3823048" y="4622799"/>
                  </a:lnTo>
                  <a:lnTo>
                    <a:pt x="3816672" y="4635499"/>
                  </a:lnTo>
                  <a:lnTo>
                    <a:pt x="3808804" y="4635499"/>
                  </a:lnTo>
                  <a:lnTo>
                    <a:pt x="3799635" y="4648199"/>
                  </a:lnTo>
                  <a:close/>
                </a:path>
              </a:pathLst>
            </a:custGeom>
            <a:solidFill>
              <a:srgbClr val="1B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784283" y="901953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344182" y="238975"/>
                  </a:moveTo>
                  <a:lnTo>
                    <a:pt x="344043" y="238645"/>
                  </a:lnTo>
                  <a:lnTo>
                    <a:pt x="344043" y="237718"/>
                  </a:lnTo>
                  <a:lnTo>
                    <a:pt x="343369" y="237058"/>
                  </a:lnTo>
                  <a:lnTo>
                    <a:pt x="342519" y="235000"/>
                  </a:lnTo>
                  <a:lnTo>
                    <a:pt x="246075" y="138493"/>
                  </a:lnTo>
                  <a:lnTo>
                    <a:pt x="239776" y="138493"/>
                  </a:lnTo>
                  <a:lnTo>
                    <a:pt x="231952" y="146253"/>
                  </a:lnTo>
                  <a:lnTo>
                    <a:pt x="231952" y="152552"/>
                  </a:lnTo>
                  <a:lnTo>
                    <a:pt x="312674" y="233273"/>
                  </a:lnTo>
                  <a:lnTo>
                    <a:pt x="136766" y="233273"/>
                  </a:lnTo>
                  <a:lnTo>
                    <a:pt x="132321" y="237718"/>
                  </a:lnTo>
                  <a:lnTo>
                    <a:pt x="132321" y="248729"/>
                  </a:lnTo>
                  <a:lnTo>
                    <a:pt x="136766" y="253174"/>
                  </a:lnTo>
                  <a:lnTo>
                    <a:pt x="312648" y="253174"/>
                  </a:lnTo>
                  <a:lnTo>
                    <a:pt x="231952" y="333819"/>
                  </a:lnTo>
                  <a:lnTo>
                    <a:pt x="231952" y="340131"/>
                  </a:lnTo>
                  <a:lnTo>
                    <a:pt x="237794" y="345960"/>
                  </a:lnTo>
                  <a:lnTo>
                    <a:pt x="240372" y="346964"/>
                  </a:lnTo>
                  <a:lnTo>
                    <a:pt x="242900" y="346964"/>
                  </a:lnTo>
                  <a:lnTo>
                    <a:pt x="245414" y="346964"/>
                  </a:lnTo>
                  <a:lnTo>
                    <a:pt x="248005" y="345960"/>
                  </a:lnTo>
                  <a:lnTo>
                    <a:pt x="342519" y="251510"/>
                  </a:lnTo>
                  <a:lnTo>
                    <a:pt x="343382" y="249389"/>
                  </a:lnTo>
                  <a:lnTo>
                    <a:pt x="344043" y="248729"/>
                  </a:lnTo>
                  <a:lnTo>
                    <a:pt x="344043" y="247802"/>
                  </a:lnTo>
                  <a:lnTo>
                    <a:pt x="344182" y="247459"/>
                  </a:lnTo>
                  <a:lnTo>
                    <a:pt x="344182" y="238975"/>
                  </a:lnTo>
                  <a:close/>
                </a:path>
                <a:path w="474980" h="474980">
                  <a:moveTo>
                    <a:pt x="474840" y="237451"/>
                  </a:moveTo>
                  <a:lnTo>
                    <a:pt x="470014" y="189649"/>
                  </a:lnTo>
                  <a:lnTo>
                    <a:pt x="456171" y="145110"/>
                  </a:lnTo>
                  <a:lnTo>
                    <a:pt x="454952" y="142875"/>
                  </a:lnTo>
                  <a:lnTo>
                    <a:pt x="454952" y="237451"/>
                  </a:lnTo>
                  <a:lnTo>
                    <a:pt x="449199" y="287286"/>
                  </a:lnTo>
                  <a:lnTo>
                    <a:pt x="432816" y="333057"/>
                  </a:lnTo>
                  <a:lnTo>
                    <a:pt x="407123" y="373456"/>
                  </a:lnTo>
                  <a:lnTo>
                    <a:pt x="373430" y="407162"/>
                  </a:lnTo>
                  <a:lnTo>
                    <a:pt x="333044" y="432866"/>
                  </a:lnTo>
                  <a:lnTo>
                    <a:pt x="287286" y="449249"/>
                  </a:lnTo>
                  <a:lnTo>
                    <a:pt x="237451" y="455002"/>
                  </a:lnTo>
                  <a:lnTo>
                    <a:pt x="187629" y="449249"/>
                  </a:lnTo>
                  <a:lnTo>
                    <a:pt x="141859" y="432866"/>
                  </a:lnTo>
                  <a:lnTo>
                    <a:pt x="101460" y="407162"/>
                  </a:lnTo>
                  <a:lnTo>
                    <a:pt x="67741" y="373456"/>
                  </a:lnTo>
                  <a:lnTo>
                    <a:pt x="42037" y="333057"/>
                  </a:lnTo>
                  <a:lnTo>
                    <a:pt x="25654" y="287286"/>
                  </a:lnTo>
                  <a:lnTo>
                    <a:pt x="19900" y="237451"/>
                  </a:lnTo>
                  <a:lnTo>
                    <a:pt x="25654" y="187617"/>
                  </a:lnTo>
                  <a:lnTo>
                    <a:pt x="42037" y="141846"/>
                  </a:lnTo>
                  <a:lnTo>
                    <a:pt x="67741" y="101447"/>
                  </a:lnTo>
                  <a:lnTo>
                    <a:pt x="101460" y="67741"/>
                  </a:lnTo>
                  <a:lnTo>
                    <a:pt x="141859" y="42037"/>
                  </a:lnTo>
                  <a:lnTo>
                    <a:pt x="187629" y="25641"/>
                  </a:lnTo>
                  <a:lnTo>
                    <a:pt x="237451" y="19888"/>
                  </a:lnTo>
                  <a:lnTo>
                    <a:pt x="287261" y="25641"/>
                  </a:lnTo>
                  <a:lnTo>
                    <a:pt x="333019" y="42037"/>
                  </a:lnTo>
                  <a:lnTo>
                    <a:pt x="373405" y="67741"/>
                  </a:lnTo>
                  <a:lnTo>
                    <a:pt x="407111" y="101447"/>
                  </a:lnTo>
                  <a:lnTo>
                    <a:pt x="432803" y="141846"/>
                  </a:lnTo>
                  <a:lnTo>
                    <a:pt x="449199" y="187617"/>
                  </a:lnTo>
                  <a:lnTo>
                    <a:pt x="454952" y="237451"/>
                  </a:lnTo>
                  <a:lnTo>
                    <a:pt x="454952" y="142875"/>
                  </a:lnTo>
                  <a:lnTo>
                    <a:pt x="434263" y="104775"/>
                  </a:lnTo>
                  <a:lnTo>
                    <a:pt x="405257" y="69621"/>
                  </a:lnTo>
                  <a:lnTo>
                    <a:pt x="370103" y="40601"/>
                  </a:lnTo>
                  <a:lnTo>
                    <a:pt x="332003" y="19888"/>
                  </a:lnTo>
                  <a:lnTo>
                    <a:pt x="285254" y="4826"/>
                  </a:lnTo>
                  <a:lnTo>
                    <a:pt x="237451" y="0"/>
                  </a:lnTo>
                  <a:lnTo>
                    <a:pt x="189687" y="4826"/>
                  </a:lnTo>
                  <a:lnTo>
                    <a:pt x="145148" y="18681"/>
                  </a:lnTo>
                  <a:lnTo>
                    <a:pt x="104813" y="40601"/>
                  </a:lnTo>
                  <a:lnTo>
                    <a:pt x="69659" y="69621"/>
                  </a:lnTo>
                  <a:lnTo>
                    <a:pt x="40640" y="104775"/>
                  </a:lnTo>
                  <a:lnTo>
                    <a:pt x="18707" y="145110"/>
                  </a:lnTo>
                  <a:lnTo>
                    <a:pt x="4838" y="189649"/>
                  </a:lnTo>
                  <a:lnTo>
                    <a:pt x="0" y="237451"/>
                  </a:lnTo>
                  <a:lnTo>
                    <a:pt x="4838" y="285216"/>
                  </a:lnTo>
                  <a:lnTo>
                    <a:pt x="18694" y="329755"/>
                  </a:lnTo>
                  <a:lnTo>
                    <a:pt x="40614" y="370065"/>
                  </a:lnTo>
                  <a:lnTo>
                    <a:pt x="69634" y="405218"/>
                  </a:lnTo>
                  <a:lnTo>
                    <a:pt x="104787" y="434238"/>
                  </a:lnTo>
                  <a:lnTo>
                    <a:pt x="145122" y="456145"/>
                  </a:lnTo>
                  <a:lnTo>
                    <a:pt x="189661" y="470001"/>
                  </a:lnTo>
                  <a:lnTo>
                    <a:pt x="237464" y="474840"/>
                  </a:lnTo>
                  <a:lnTo>
                    <a:pt x="238112" y="474840"/>
                  </a:lnTo>
                  <a:lnTo>
                    <a:pt x="285889" y="470001"/>
                  </a:lnTo>
                  <a:lnTo>
                    <a:pt x="285445" y="470001"/>
                  </a:lnTo>
                  <a:lnTo>
                    <a:pt x="329882" y="456145"/>
                  </a:lnTo>
                  <a:lnTo>
                    <a:pt x="331978" y="455002"/>
                  </a:lnTo>
                  <a:lnTo>
                    <a:pt x="370154" y="434238"/>
                  </a:lnTo>
                  <a:lnTo>
                    <a:pt x="405269" y="405218"/>
                  </a:lnTo>
                  <a:lnTo>
                    <a:pt x="434263" y="370065"/>
                  </a:lnTo>
                  <a:lnTo>
                    <a:pt x="456171" y="329755"/>
                  </a:lnTo>
                  <a:lnTo>
                    <a:pt x="470014" y="285216"/>
                  </a:lnTo>
                  <a:lnTo>
                    <a:pt x="474840" y="237451"/>
                  </a:lnTo>
                  <a:close/>
                </a:path>
              </a:pathLst>
            </a:custGeom>
            <a:solidFill>
              <a:srgbClr val="9EC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819593" y="5274087"/>
            <a:ext cx="1537335" cy="704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365">
                <a:solidFill>
                  <a:srgbClr val="EBF5FE"/>
                </a:solidFill>
                <a:latin typeface="Arial Black"/>
                <a:cs typeface="Arial Black"/>
              </a:rPr>
              <a:t>Elena</a:t>
            </a:r>
            <a:endParaRPr sz="4450">
              <a:latin typeface="Arial Black"/>
              <a:cs typeface="Arial Black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47245" y="5184784"/>
            <a:ext cx="6485255" cy="868044"/>
            <a:chOff x="8147245" y="5184784"/>
            <a:chExt cx="6485255" cy="868044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4869" y="5233501"/>
              <a:ext cx="6389191" cy="77104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94870" y="5233509"/>
              <a:ext cx="6390005" cy="771525"/>
            </a:xfrm>
            <a:custGeom>
              <a:avLst/>
              <a:gdLst/>
              <a:ahLst/>
              <a:cxnLst/>
              <a:rect l="l" t="t" r="r" b="b"/>
              <a:pathLst>
                <a:path w="6390005" h="771525">
                  <a:moveTo>
                    <a:pt x="6003733" y="0"/>
                  </a:moveTo>
                  <a:lnTo>
                    <a:pt x="6052121" y="3005"/>
                  </a:lnTo>
                  <a:lnTo>
                    <a:pt x="6098716" y="11781"/>
                  </a:lnTo>
                  <a:lnTo>
                    <a:pt x="6143155" y="25965"/>
                  </a:lnTo>
                  <a:lnTo>
                    <a:pt x="6185078" y="45196"/>
                  </a:lnTo>
                  <a:lnTo>
                    <a:pt x="6224123" y="69114"/>
                  </a:lnTo>
                  <a:lnTo>
                    <a:pt x="6259928" y="97355"/>
                  </a:lnTo>
                  <a:lnTo>
                    <a:pt x="6292132" y="129559"/>
                  </a:lnTo>
                  <a:lnTo>
                    <a:pt x="6320373" y="165364"/>
                  </a:lnTo>
                  <a:lnTo>
                    <a:pt x="6344290" y="204409"/>
                  </a:lnTo>
                  <a:lnTo>
                    <a:pt x="6363522" y="246331"/>
                  </a:lnTo>
                  <a:lnTo>
                    <a:pt x="6377706" y="290771"/>
                  </a:lnTo>
                  <a:lnTo>
                    <a:pt x="6386482" y="337365"/>
                  </a:lnTo>
                  <a:lnTo>
                    <a:pt x="6389487" y="385753"/>
                  </a:lnTo>
                  <a:lnTo>
                    <a:pt x="6386482" y="434141"/>
                  </a:lnTo>
                  <a:lnTo>
                    <a:pt x="6377706" y="480736"/>
                  </a:lnTo>
                  <a:lnTo>
                    <a:pt x="6363522" y="525175"/>
                  </a:lnTo>
                  <a:lnTo>
                    <a:pt x="6344290" y="567098"/>
                  </a:lnTo>
                  <a:lnTo>
                    <a:pt x="6320373" y="606143"/>
                  </a:lnTo>
                  <a:lnTo>
                    <a:pt x="6292132" y="641948"/>
                  </a:lnTo>
                  <a:lnTo>
                    <a:pt x="6259928" y="674152"/>
                  </a:lnTo>
                  <a:lnTo>
                    <a:pt x="6224123" y="702393"/>
                  </a:lnTo>
                  <a:lnTo>
                    <a:pt x="6185078" y="726310"/>
                  </a:lnTo>
                  <a:lnTo>
                    <a:pt x="6143156" y="745542"/>
                  </a:lnTo>
                  <a:lnTo>
                    <a:pt x="6098716" y="759726"/>
                  </a:lnTo>
                  <a:lnTo>
                    <a:pt x="6052121" y="768502"/>
                  </a:lnTo>
                  <a:lnTo>
                    <a:pt x="6003733" y="771508"/>
                  </a:lnTo>
                  <a:lnTo>
                    <a:pt x="385753" y="771508"/>
                  </a:lnTo>
                  <a:lnTo>
                    <a:pt x="337365" y="768502"/>
                  </a:lnTo>
                  <a:lnTo>
                    <a:pt x="290771" y="759726"/>
                  </a:lnTo>
                  <a:lnTo>
                    <a:pt x="246331" y="745542"/>
                  </a:lnTo>
                  <a:lnTo>
                    <a:pt x="204408" y="726310"/>
                  </a:lnTo>
                  <a:lnTo>
                    <a:pt x="165364" y="702393"/>
                  </a:lnTo>
                  <a:lnTo>
                    <a:pt x="129559" y="674152"/>
                  </a:lnTo>
                  <a:lnTo>
                    <a:pt x="97355" y="641948"/>
                  </a:lnTo>
                  <a:lnTo>
                    <a:pt x="69114" y="606143"/>
                  </a:lnTo>
                  <a:lnTo>
                    <a:pt x="45197" y="567098"/>
                  </a:lnTo>
                  <a:lnTo>
                    <a:pt x="25965" y="525175"/>
                  </a:lnTo>
                  <a:lnTo>
                    <a:pt x="11781" y="480736"/>
                  </a:lnTo>
                  <a:lnTo>
                    <a:pt x="3005" y="434141"/>
                  </a:lnTo>
                  <a:lnTo>
                    <a:pt x="0" y="385753"/>
                  </a:lnTo>
                  <a:lnTo>
                    <a:pt x="3005" y="337365"/>
                  </a:lnTo>
                  <a:lnTo>
                    <a:pt x="11781" y="290771"/>
                  </a:lnTo>
                  <a:lnTo>
                    <a:pt x="25965" y="246331"/>
                  </a:lnTo>
                  <a:lnTo>
                    <a:pt x="45197" y="204409"/>
                  </a:lnTo>
                  <a:lnTo>
                    <a:pt x="69114" y="165364"/>
                  </a:lnTo>
                  <a:lnTo>
                    <a:pt x="97355" y="129559"/>
                  </a:lnTo>
                  <a:lnTo>
                    <a:pt x="129559" y="97355"/>
                  </a:lnTo>
                  <a:lnTo>
                    <a:pt x="165364" y="69114"/>
                  </a:lnTo>
                  <a:lnTo>
                    <a:pt x="204409" y="45197"/>
                  </a:lnTo>
                  <a:lnTo>
                    <a:pt x="246331" y="25965"/>
                  </a:lnTo>
                  <a:lnTo>
                    <a:pt x="290771" y="11781"/>
                  </a:lnTo>
                  <a:lnTo>
                    <a:pt x="337365" y="3005"/>
                  </a:lnTo>
                  <a:lnTo>
                    <a:pt x="385753" y="0"/>
                  </a:lnTo>
                  <a:lnTo>
                    <a:pt x="6003733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86538" y="5232409"/>
              <a:ext cx="1797961" cy="7715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786538" y="5232409"/>
              <a:ext cx="1798320" cy="771525"/>
            </a:xfrm>
            <a:custGeom>
              <a:avLst/>
              <a:gdLst/>
              <a:ahLst/>
              <a:cxnLst/>
              <a:rect l="l" t="t" r="r" b="b"/>
              <a:pathLst>
                <a:path w="1798319" h="771525">
                  <a:moveTo>
                    <a:pt x="1412105" y="0"/>
                  </a:moveTo>
                  <a:lnTo>
                    <a:pt x="1460499" y="2989"/>
                  </a:lnTo>
                  <a:lnTo>
                    <a:pt x="1507100" y="11755"/>
                  </a:lnTo>
                  <a:lnTo>
                    <a:pt x="1551548" y="25931"/>
                  </a:lnTo>
                  <a:lnTo>
                    <a:pt x="1593481" y="45157"/>
                  </a:lnTo>
                  <a:lnTo>
                    <a:pt x="1632537" y="69071"/>
                  </a:lnTo>
                  <a:lnTo>
                    <a:pt x="1668353" y="97312"/>
                  </a:lnTo>
                  <a:lnTo>
                    <a:pt x="1700568" y="129518"/>
                  </a:lnTo>
                  <a:lnTo>
                    <a:pt x="1728820" y="165327"/>
                  </a:lnTo>
                  <a:lnTo>
                    <a:pt x="1752747" y="204379"/>
                  </a:lnTo>
                  <a:lnTo>
                    <a:pt x="1771986" y="246311"/>
                  </a:lnTo>
                  <a:lnTo>
                    <a:pt x="1786176" y="290762"/>
                  </a:lnTo>
                  <a:lnTo>
                    <a:pt x="1794955" y="337368"/>
                  </a:lnTo>
                  <a:lnTo>
                    <a:pt x="1797960" y="385769"/>
                  </a:lnTo>
                  <a:lnTo>
                    <a:pt x="1794952" y="434169"/>
                  </a:lnTo>
                  <a:lnTo>
                    <a:pt x="1786170" y="480775"/>
                  </a:lnTo>
                  <a:lnTo>
                    <a:pt x="1771978" y="525224"/>
                  </a:lnTo>
                  <a:lnTo>
                    <a:pt x="1752736" y="567153"/>
                  </a:lnTo>
                  <a:lnTo>
                    <a:pt x="1728808" y="606203"/>
                  </a:lnTo>
                  <a:lnTo>
                    <a:pt x="1700556" y="642010"/>
                  </a:lnTo>
                  <a:lnTo>
                    <a:pt x="1668340" y="674213"/>
                  </a:lnTo>
                  <a:lnTo>
                    <a:pt x="1632524" y="702451"/>
                  </a:lnTo>
                  <a:lnTo>
                    <a:pt x="1593469" y="726362"/>
                  </a:lnTo>
                  <a:lnTo>
                    <a:pt x="1551538" y="745586"/>
                  </a:lnTo>
                  <a:lnTo>
                    <a:pt x="1507092" y="759760"/>
                  </a:lnTo>
                  <a:lnTo>
                    <a:pt x="1460493" y="768525"/>
                  </a:lnTo>
                  <a:lnTo>
                    <a:pt x="1412105" y="771524"/>
                  </a:lnTo>
                  <a:lnTo>
                    <a:pt x="385735" y="771523"/>
                  </a:lnTo>
                  <a:lnTo>
                    <a:pt x="337347" y="768514"/>
                  </a:lnTo>
                  <a:lnTo>
                    <a:pt x="290753" y="759735"/>
                  </a:lnTo>
                  <a:lnTo>
                    <a:pt x="246314" y="745548"/>
                  </a:lnTo>
                  <a:lnTo>
                    <a:pt x="204393" y="726314"/>
                  </a:lnTo>
                  <a:lnTo>
                    <a:pt x="165351" y="702395"/>
                  </a:lnTo>
                  <a:lnTo>
                    <a:pt x="129548" y="674153"/>
                  </a:lnTo>
                  <a:lnTo>
                    <a:pt x="97346" y="641949"/>
                  </a:lnTo>
                  <a:lnTo>
                    <a:pt x="69108" y="606144"/>
                  </a:lnTo>
                  <a:lnTo>
                    <a:pt x="45193" y="567100"/>
                  </a:lnTo>
                  <a:lnTo>
                    <a:pt x="25963" y="525178"/>
                  </a:lnTo>
                  <a:lnTo>
                    <a:pt x="11780" y="480740"/>
                  </a:lnTo>
                  <a:lnTo>
                    <a:pt x="3005" y="434148"/>
                  </a:lnTo>
                  <a:lnTo>
                    <a:pt x="0" y="385762"/>
                  </a:lnTo>
                  <a:lnTo>
                    <a:pt x="3005" y="337376"/>
                  </a:lnTo>
                  <a:lnTo>
                    <a:pt x="11779" y="290783"/>
                  </a:lnTo>
                  <a:lnTo>
                    <a:pt x="25962" y="246345"/>
                  </a:lnTo>
                  <a:lnTo>
                    <a:pt x="45192" y="204423"/>
                  </a:lnTo>
                  <a:lnTo>
                    <a:pt x="69107" y="165379"/>
                  </a:lnTo>
                  <a:lnTo>
                    <a:pt x="97346" y="129573"/>
                  </a:lnTo>
                  <a:lnTo>
                    <a:pt x="129547" y="97369"/>
                  </a:lnTo>
                  <a:lnTo>
                    <a:pt x="165350" y="69126"/>
                  </a:lnTo>
                  <a:lnTo>
                    <a:pt x="204394" y="45207"/>
                  </a:lnTo>
                  <a:lnTo>
                    <a:pt x="246315" y="25973"/>
                  </a:lnTo>
                  <a:lnTo>
                    <a:pt x="290754" y="11785"/>
                  </a:lnTo>
                  <a:lnTo>
                    <a:pt x="337349" y="3007"/>
                  </a:lnTo>
                  <a:lnTo>
                    <a:pt x="385737" y="0"/>
                  </a:lnTo>
                  <a:lnTo>
                    <a:pt x="1412105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741940" y="5378387"/>
            <a:ext cx="316039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215">
                <a:solidFill>
                  <a:srgbClr val="EBF5FE"/>
                </a:solidFill>
                <a:latin typeface="Arial Black"/>
                <a:cs typeface="Arial Black"/>
              </a:rPr>
              <a:t>Enlace</a:t>
            </a:r>
            <a:r>
              <a:rPr dirty="0" sz="2650" spc="-45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50">
                <a:solidFill>
                  <a:srgbClr val="EBF5FE"/>
                </a:solidFill>
                <a:latin typeface="Arial Black"/>
                <a:cs typeface="Arial Black"/>
              </a:rPr>
              <a:t>sospechoso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456198" y="5378387"/>
            <a:ext cx="45910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370">
                <a:solidFill>
                  <a:srgbClr val="EBF5FE"/>
                </a:solidFill>
                <a:latin typeface="Arial Black"/>
                <a:cs typeface="Arial Black"/>
              </a:rPr>
              <a:t>01.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19593" y="5864557"/>
            <a:ext cx="902969" cy="307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25">
                <a:solidFill>
                  <a:srgbClr val="9ECCFF"/>
                </a:solidFill>
                <a:latin typeface="Arial Black"/>
                <a:cs typeface="Arial Black"/>
              </a:rPr>
              <a:t>68</a:t>
            </a:r>
            <a:r>
              <a:rPr dirty="0" sz="1850" spc="-345">
                <a:solidFill>
                  <a:srgbClr val="9ECCFF"/>
                </a:solidFill>
                <a:latin typeface="Arial Black"/>
                <a:cs typeface="Arial Black"/>
              </a:rPr>
              <a:t> </a:t>
            </a:r>
            <a:r>
              <a:rPr dirty="0" sz="1850" spc="-100">
                <a:solidFill>
                  <a:srgbClr val="9ECCFF"/>
                </a:solidFill>
                <a:latin typeface="Arial Black"/>
                <a:cs typeface="Arial Black"/>
              </a:rPr>
              <a:t>años</a:t>
            </a:r>
            <a:endParaRPr sz="185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147245" y="6626783"/>
            <a:ext cx="6485255" cy="868044"/>
            <a:chOff x="8147245" y="6626783"/>
            <a:chExt cx="6485255" cy="868044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4869" y="6675499"/>
              <a:ext cx="6389191" cy="7710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94870" y="6675507"/>
              <a:ext cx="6390005" cy="771525"/>
            </a:xfrm>
            <a:custGeom>
              <a:avLst/>
              <a:gdLst/>
              <a:ahLst/>
              <a:cxnLst/>
              <a:rect l="l" t="t" r="r" b="b"/>
              <a:pathLst>
                <a:path w="6390005" h="771525">
                  <a:moveTo>
                    <a:pt x="6003733" y="0"/>
                  </a:moveTo>
                  <a:lnTo>
                    <a:pt x="6052122" y="3005"/>
                  </a:lnTo>
                  <a:lnTo>
                    <a:pt x="6098716" y="11781"/>
                  </a:lnTo>
                  <a:lnTo>
                    <a:pt x="6143156" y="25965"/>
                  </a:lnTo>
                  <a:lnTo>
                    <a:pt x="6185079" y="45197"/>
                  </a:lnTo>
                  <a:lnTo>
                    <a:pt x="6224123" y="69114"/>
                  </a:lnTo>
                  <a:lnTo>
                    <a:pt x="6259928" y="97355"/>
                  </a:lnTo>
                  <a:lnTo>
                    <a:pt x="6292132" y="129559"/>
                  </a:lnTo>
                  <a:lnTo>
                    <a:pt x="6320373" y="165364"/>
                  </a:lnTo>
                  <a:lnTo>
                    <a:pt x="6344290" y="204409"/>
                  </a:lnTo>
                  <a:lnTo>
                    <a:pt x="6363522" y="246332"/>
                  </a:lnTo>
                  <a:lnTo>
                    <a:pt x="6377706" y="290771"/>
                  </a:lnTo>
                  <a:lnTo>
                    <a:pt x="6386482" y="337366"/>
                  </a:lnTo>
                  <a:lnTo>
                    <a:pt x="6389487" y="385754"/>
                  </a:lnTo>
                  <a:lnTo>
                    <a:pt x="6386482" y="434142"/>
                  </a:lnTo>
                  <a:lnTo>
                    <a:pt x="6377706" y="480737"/>
                  </a:lnTo>
                  <a:lnTo>
                    <a:pt x="6363522" y="525176"/>
                  </a:lnTo>
                  <a:lnTo>
                    <a:pt x="6344290" y="567099"/>
                  </a:lnTo>
                  <a:lnTo>
                    <a:pt x="6320373" y="606143"/>
                  </a:lnTo>
                  <a:lnTo>
                    <a:pt x="6292132" y="641948"/>
                  </a:lnTo>
                  <a:lnTo>
                    <a:pt x="6259928" y="674152"/>
                  </a:lnTo>
                  <a:lnTo>
                    <a:pt x="6224123" y="702393"/>
                  </a:lnTo>
                  <a:lnTo>
                    <a:pt x="6185078" y="726311"/>
                  </a:lnTo>
                  <a:lnTo>
                    <a:pt x="6143155" y="745542"/>
                  </a:lnTo>
                  <a:lnTo>
                    <a:pt x="6098716" y="759726"/>
                  </a:lnTo>
                  <a:lnTo>
                    <a:pt x="6052121" y="768502"/>
                  </a:lnTo>
                  <a:lnTo>
                    <a:pt x="6003733" y="771507"/>
                  </a:lnTo>
                  <a:lnTo>
                    <a:pt x="385753" y="771507"/>
                  </a:lnTo>
                  <a:lnTo>
                    <a:pt x="337365" y="768502"/>
                  </a:lnTo>
                  <a:lnTo>
                    <a:pt x="290771" y="759726"/>
                  </a:lnTo>
                  <a:lnTo>
                    <a:pt x="246331" y="745542"/>
                  </a:lnTo>
                  <a:lnTo>
                    <a:pt x="204409" y="726310"/>
                  </a:lnTo>
                  <a:lnTo>
                    <a:pt x="165364" y="702393"/>
                  </a:lnTo>
                  <a:lnTo>
                    <a:pt x="129559" y="674152"/>
                  </a:lnTo>
                  <a:lnTo>
                    <a:pt x="97355" y="641948"/>
                  </a:lnTo>
                  <a:lnTo>
                    <a:pt x="69114" y="606143"/>
                  </a:lnTo>
                  <a:lnTo>
                    <a:pt x="45197" y="567099"/>
                  </a:lnTo>
                  <a:lnTo>
                    <a:pt x="25965" y="525176"/>
                  </a:lnTo>
                  <a:lnTo>
                    <a:pt x="11781" y="480737"/>
                  </a:lnTo>
                  <a:lnTo>
                    <a:pt x="3005" y="434142"/>
                  </a:lnTo>
                  <a:lnTo>
                    <a:pt x="0" y="385754"/>
                  </a:lnTo>
                  <a:lnTo>
                    <a:pt x="3005" y="337366"/>
                  </a:lnTo>
                  <a:lnTo>
                    <a:pt x="11781" y="290771"/>
                  </a:lnTo>
                  <a:lnTo>
                    <a:pt x="25965" y="246332"/>
                  </a:lnTo>
                  <a:lnTo>
                    <a:pt x="45196" y="204409"/>
                  </a:lnTo>
                  <a:lnTo>
                    <a:pt x="69114" y="165364"/>
                  </a:lnTo>
                  <a:lnTo>
                    <a:pt x="97355" y="129559"/>
                  </a:lnTo>
                  <a:lnTo>
                    <a:pt x="129559" y="97355"/>
                  </a:lnTo>
                  <a:lnTo>
                    <a:pt x="165364" y="69114"/>
                  </a:lnTo>
                  <a:lnTo>
                    <a:pt x="204408" y="45197"/>
                  </a:lnTo>
                  <a:lnTo>
                    <a:pt x="246331" y="25965"/>
                  </a:lnTo>
                  <a:lnTo>
                    <a:pt x="290771" y="11781"/>
                  </a:lnTo>
                  <a:lnTo>
                    <a:pt x="337365" y="3005"/>
                  </a:lnTo>
                  <a:lnTo>
                    <a:pt x="385753" y="0"/>
                  </a:lnTo>
                  <a:lnTo>
                    <a:pt x="6003733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86538" y="6674408"/>
              <a:ext cx="1797961" cy="7715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786538" y="6674408"/>
              <a:ext cx="1798320" cy="771525"/>
            </a:xfrm>
            <a:custGeom>
              <a:avLst/>
              <a:gdLst/>
              <a:ahLst/>
              <a:cxnLst/>
              <a:rect l="l" t="t" r="r" b="b"/>
              <a:pathLst>
                <a:path w="1798319" h="771525">
                  <a:moveTo>
                    <a:pt x="1412105" y="0"/>
                  </a:moveTo>
                  <a:lnTo>
                    <a:pt x="1460499" y="2989"/>
                  </a:lnTo>
                  <a:lnTo>
                    <a:pt x="1507100" y="11755"/>
                  </a:lnTo>
                  <a:lnTo>
                    <a:pt x="1551548" y="25931"/>
                  </a:lnTo>
                  <a:lnTo>
                    <a:pt x="1593481" y="45157"/>
                  </a:lnTo>
                  <a:lnTo>
                    <a:pt x="1632536" y="69071"/>
                  </a:lnTo>
                  <a:lnTo>
                    <a:pt x="1668353" y="97312"/>
                  </a:lnTo>
                  <a:lnTo>
                    <a:pt x="1700568" y="129518"/>
                  </a:lnTo>
                  <a:lnTo>
                    <a:pt x="1728820" y="165327"/>
                  </a:lnTo>
                  <a:lnTo>
                    <a:pt x="1752747" y="204379"/>
                  </a:lnTo>
                  <a:lnTo>
                    <a:pt x="1771986" y="246311"/>
                  </a:lnTo>
                  <a:lnTo>
                    <a:pt x="1786176" y="290762"/>
                  </a:lnTo>
                  <a:lnTo>
                    <a:pt x="1794955" y="337368"/>
                  </a:lnTo>
                  <a:lnTo>
                    <a:pt x="1797960" y="385769"/>
                  </a:lnTo>
                  <a:lnTo>
                    <a:pt x="1794952" y="434169"/>
                  </a:lnTo>
                  <a:lnTo>
                    <a:pt x="1786170" y="480775"/>
                  </a:lnTo>
                  <a:lnTo>
                    <a:pt x="1771978" y="525223"/>
                  </a:lnTo>
                  <a:lnTo>
                    <a:pt x="1752736" y="567153"/>
                  </a:lnTo>
                  <a:lnTo>
                    <a:pt x="1728808" y="606202"/>
                  </a:lnTo>
                  <a:lnTo>
                    <a:pt x="1700556" y="642009"/>
                  </a:lnTo>
                  <a:lnTo>
                    <a:pt x="1668340" y="674213"/>
                  </a:lnTo>
                  <a:lnTo>
                    <a:pt x="1632524" y="702451"/>
                  </a:lnTo>
                  <a:lnTo>
                    <a:pt x="1593469" y="726362"/>
                  </a:lnTo>
                  <a:lnTo>
                    <a:pt x="1551538" y="745585"/>
                  </a:lnTo>
                  <a:lnTo>
                    <a:pt x="1507092" y="759760"/>
                  </a:lnTo>
                  <a:lnTo>
                    <a:pt x="1460493" y="768525"/>
                  </a:lnTo>
                  <a:lnTo>
                    <a:pt x="1412105" y="771524"/>
                  </a:lnTo>
                  <a:lnTo>
                    <a:pt x="385735" y="771523"/>
                  </a:lnTo>
                  <a:lnTo>
                    <a:pt x="337347" y="768514"/>
                  </a:lnTo>
                  <a:lnTo>
                    <a:pt x="290753" y="759735"/>
                  </a:lnTo>
                  <a:lnTo>
                    <a:pt x="246314" y="745548"/>
                  </a:lnTo>
                  <a:lnTo>
                    <a:pt x="204393" y="726314"/>
                  </a:lnTo>
                  <a:lnTo>
                    <a:pt x="165351" y="702395"/>
                  </a:lnTo>
                  <a:lnTo>
                    <a:pt x="129548" y="674153"/>
                  </a:lnTo>
                  <a:lnTo>
                    <a:pt x="97347" y="641948"/>
                  </a:lnTo>
                  <a:lnTo>
                    <a:pt x="69108" y="606144"/>
                  </a:lnTo>
                  <a:lnTo>
                    <a:pt x="45193" y="567100"/>
                  </a:lnTo>
                  <a:lnTo>
                    <a:pt x="25963" y="525178"/>
                  </a:lnTo>
                  <a:lnTo>
                    <a:pt x="11780" y="480740"/>
                  </a:lnTo>
                  <a:lnTo>
                    <a:pt x="3005" y="434148"/>
                  </a:lnTo>
                  <a:lnTo>
                    <a:pt x="0" y="385762"/>
                  </a:lnTo>
                  <a:lnTo>
                    <a:pt x="3005" y="337376"/>
                  </a:lnTo>
                  <a:lnTo>
                    <a:pt x="11779" y="290783"/>
                  </a:lnTo>
                  <a:lnTo>
                    <a:pt x="25962" y="246345"/>
                  </a:lnTo>
                  <a:lnTo>
                    <a:pt x="45192" y="204423"/>
                  </a:lnTo>
                  <a:lnTo>
                    <a:pt x="69107" y="165379"/>
                  </a:lnTo>
                  <a:lnTo>
                    <a:pt x="97346" y="129573"/>
                  </a:lnTo>
                  <a:lnTo>
                    <a:pt x="129547" y="97369"/>
                  </a:lnTo>
                  <a:lnTo>
                    <a:pt x="165351" y="69126"/>
                  </a:lnTo>
                  <a:lnTo>
                    <a:pt x="204394" y="45207"/>
                  </a:lnTo>
                  <a:lnTo>
                    <a:pt x="246315" y="25973"/>
                  </a:lnTo>
                  <a:lnTo>
                    <a:pt x="290754" y="11785"/>
                  </a:lnTo>
                  <a:lnTo>
                    <a:pt x="337349" y="3007"/>
                  </a:lnTo>
                  <a:lnTo>
                    <a:pt x="385737" y="0"/>
                  </a:lnTo>
                  <a:lnTo>
                    <a:pt x="1412105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566258" y="6821486"/>
            <a:ext cx="400812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220">
                <a:solidFill>
                  <a:srgbClr val="EBF5FE"/>
                </a:solidFill>
                <a:latin typeface="Arial Black"/>
                <a:cs typeface="Arial Black"/>
              </a:rPr>
              <a:t>Revision</a:t>
            </a:r>
            <a:r>
              <a:rPr dirty="0" sz="2650" spc="-52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95">
                <a:solidFill>
                  <a:srgbClr val="EBF5FE"/>
                </a:solidFill>
                <a:latin typeface="Arial Black"/>
                <a:cs typeface="Arial Black"/>
              </a:rPr>
              <a:t>en</a:t>
            </a:r>
            <a:r>
              <a:rPr dirty="0" sz="2650" spc="-52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75">
                <a:solidFill>
                  <a:srgbClr val="EBF5FE"/>
                </a:solidFill>
                <a:latin typeface="Arial Black"/>
                <a:cs typeface="Arial Black"/>
              </a:rPr>
              <a:t>Aquila</a:t>
            </a:r>
            <a:r>
              <a:rPr dirty="0" sz="2650" spc="-53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70">
                <a:solidFill>
                  <a:srgbClr val="EBF5FE"/>
                </a:solidFill>
                <a:latin typeface="Arial Black"/>
                <a:cs typeface="Arial Black"/>
              </a:rPr>
              <a:t>Guard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417057" y="6820386"/>
            <a:ext cx="53657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20">
                <a:solidFill>
                  <a:srgbClr val="EBF5FE"/>
                </a:solidFill>
                <a:latin typeface="Arial Black"/>
                <a:cs typeface="Arial Black"/>
              </a:rPr>
              <a:t>02.</a:t>
            </a:r>
            <a:endParaRPr sz="2650">
              <a:latin typeface="Arial Black"/>
              <a:cs typeface="Arial Blac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47245" y="8077130"/>
            <a:ext cx="6485255" cy="868044"/>
            <a:chOff x="8147245" y="8077130"/>
            <a:chExt cx="6485255" cy="868044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4869" y="8125846"/>
              <a:ext cx="6389191" cy="77104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94870" y="8125854"/>
              <a:ext cx="6390005" cy="771525"/>
            </a:xfrm>
            <a:custGeom>
              <a:avLst/>
              <a:gdLst/>
              <a:ahLst/>
              <a:cxnLst/>
              <a:rect l="l" t="t" r="r" b="b"/>
              <a:pathLst>
                <a:path w="6390005" h="771525">
                  <a:moveTo>
                    <a:pt x="6003733" y="0"/>
                  </a:moveTo>
                  <a:lnTo>
                    <a:pt x="6052121" y="3005"/>
                  </a:lnTo>
                  <a:lnTo>
                    <a:pt x="6098716" y="11781"/>
                  </a:lnTo>
                  <a:lnTo>
                    <a:pt x="6143156" y="25965"/>
                  </a:lnTo>
                  <a:lnTo>
                    <a:pt x="6185078" y="45196"/>
                  </a:lnTo>
                  <a:lnTo>
                    <a:pt x="6224123" y="69114"/>
                  </a:lnTo>
                  <a:lnTo>
                    <a:pt x="6259928" y="97355"/>
                  </a:lnTo>
                  <a:lnTo>
                    <a:pt x="6292132" y="129559"/>
                  </a:lnTo>
                  <a:lnTo>
                    <a:pt x="6320373" y="165364"/>
                  </a:lnTo>
                  <a:lnTo>
                    <a:pt x="6344290" y="204409"/>
                  </a:lnTo>
                  <a:lnTo>
                    <a:pt x="6363522" y="246332"/>
                  </a:lnTo>
                  <a:lnTo>
                    <a:pt x="6377706" y="290771"/>
                  </a:lnTo>
                  <a:lnTo>
                    <a:pt x="6386482" y="337365"/>
                  </a:lnTo>
                  <a:lnTo>
                    <a:pt x="6389487" y="385754"/>
                  </a:lnTo>
                  <a:lnTo>
                    <a:pt x="6386482" y="434142"/>
                  </a:lnTo>
                  <a:lnTo>
                    <a:pt x="6377706" y="480736"/>
                  </a:lnTo>
                  <a:lnTo>
                    <a:pt x="6363522" y="525176"/>
                  </a:lnTo>
                  <a:lnTo>
                    <a:pt x="6344290" y="567098"/>
                  </a:lnTo>
                  <a:lnTo>
                    <a:pt x="6320373" y="606143"/>
                  </a:lnTo>
                  <a:lnTo>
                    <a:pt x="6292132" y="641948"/>
                  </a:lnTo>
                  <a:lnTo>
                    <a:pt x="6259928" y="674152"/>
                  </a:lnTo>
                  <a:lnTo>
                    <a:pt x="6224123" y="702393"/>
                  </a:lnTo>
                  <a:lnTo>
                    <a:pt x="6185078" y="726310"/>
                  </a:lnTo>
                  <a:lnTo>
                    <a:pt x="6143155" y="745542"/>
                  </a:lnTo>
                  <a:lnTo>
                    <a:pt x="6098716" y="759726"/>
                  </a:lnTo>
                  <a:lnTo>
                    <a:pt x="6052121" y="768502"/>
                  </a:lnTo>
                  <a:lnTo>
                    <a:pt x="6003733" y="771507"/>
                  </a:lnTo>
                  <a:lnTo>
                    <a:pt x="385753" y="771507"/>
                  </a:lnTo>
                  <a:lnTo>
                    <a:pt x="337365" y="768502"/>
                  </a:lnTo>
                  <a:lnTo>
                    <a:pt x="290771" y="759726"/>
                  </a:lnTo>
                  <a:lnTo>
                    <a:pt x="246331" y="745542"/>
                  </a:lnTo>
                  <a:lnTo>
                    <a:pt x="204409" y="726310"/>
                  </a:lnTo>
                  <a:lnTo>
                    <a:pt x="165364" y="702393"/>
                  </a:lnTo>
                  <a:lnTo>
                    <a:pt x="129559" y="674152"/>
                  </a:lnTo>
                  <a:lnTo>
                    <a:pt x="97355" y="641948"/>
                  </a:lnTo>
                  <a:lnTo>
                    <a:pt x="69114" y="606143"/>
                  </a:lnTo>
                  <a:lnTo>
                    <a:pt x="45197" y="567098"/>
                  </a:lnTo>
                  <a:lnTo>
                    <a:pt x="25965" y="525176"/>
                  </a:lnTo>
                  <a:lnTo>
                    <a:pt x="11781" y="480736"/>
                  </a:lnTo>
                  <a:lnTo>
                    <a:pt x="3005" y="434142"/>
                  </a:lnTo>
                  <a:lnTo>
                    <a:pt x="0" y="385754"/>
                  </a:lnTo>
                  <a:lnTo>
                    <a:pt x="3005" y="337365"/>
                  </a:lnTo>
                  <a:lnTo>
                    <a:pt x="11781" y="290771"/>
                  </a:lnTo>
                  <a:lnTo>
                    <a:pt x="25965" y="246332"/>
                  </a:lnTo>
                  <a:lnTo>
                    <a:pt x="45197" y="204409"/>
                  </a:lnTo>
                  <a:lnTo>
                    <a:pt x="69114" y="165364"/>
                  </a:lnTo>
                  <a:lnTo>
                    <a:pt x="97355" y="129559"/>
                  </a:lnTo>
                  <a:lnTo>
                    <a:pt x="129559" y="97355"/>
                  </a:lnTo>
                  <a:lnTo>
                    <a:pt x="165364" y="69114"/>
                  </a:lnTo>
                  <a:lnTo>
                    <a:pt x="204408" y="45197"/>
                  </a:lnTo>
                  <a:lnTo>
                    <a:pt x="246331" y="25965"/>
                  </a:lnTo>
                  <a:lnTo>
                    <a:pt x="290771" y="11781"/>
                  </a:lnTo>
                  <a:lnTo>
                    <a:pt x="337365" y="3005"/>
                  </a:lnTo>
                  <a:lnTo>
                    <a:pt x="385753" y="0"/>
                  </a:lnTo>
                  <a:lnTo>
                    <a:pt x="6003733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86538" y="8124755"/>
              <a:ext cx="1797961" cy="77152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786538" y="8124755"/>
              <a:ext cx="1798320" cy="771525"/>
            </a:xfrm>
            <a:custGeom>
              <a:avLst/>
              <a:gdLst/>
              <a:ahLst/>
              <a:cxnLst/>
              <a:rect l="l" t="t" r="r" b="b"/>
              <a:pathLst>
                <a:path w="1798319" h="771525">
                  <a:moveTo>
                    <a:pt x="1412105" y="0"/>
                  </a:moveTo>
                  <a:lnTo>
                    <a:pt x="1460499" y="2989"/>
                  </a:lnTo>
                  <a:lnTo>
                    <a:pt x="1507100" y="11755"/>
                  </a:lnTo>
                  <a:lnTo>
                    <a:pt x="1551548" y="25931"/>
                  </a:lnTo>
                  <a:lnTo>
                    <a:pt x="1593481" y="45157"/>
                  </a:lnTo>
                  <a:lnTo>
                    <a:pt x="1632536" y="69071"/>
                  </a:lnTo>
                  <a:lnTo>
                    <a:pt x="1668353" y="97312"/>
                  </a:lnTo>
                  <a:lnTo>
                    <a:pt x="1700568" y="129518"/>
                  </a:lnTo>
                  <a:lnTo>
                    <a:pt x="1728820" y="165327"/>
                  </a:lnTo>
                  <a:lnTo>
                    <a:pt x="1752747" y="204379"/>
                  </a:lnTo>
                  <a:lnTo>
                    <a:pt x="1771986" y="246311"/>
                  </a:lnTo>
                  <a:lnTo>
                    <a:pt x="1786176" y="290762"/>
                  </a:lnTo>
                  <a:lnTo>
                    <a:pt x="1794955" y="337368"/>
                  </a:lnTo>
                  <a:lnTo>
                    <a:pt x="1797960" y="385769"/>
                  </a:lnTo>
                  <a:lnTo>
                    <a:pt x="1794952" y="434169"/>
                  </a:lnTo>
                  <a:lnTo>
                    <a:pt x="1786170" y="480775"/>
                  </a:lnTo>
                  <a:lnTo>
                    <a:pt x="1771978" y="525223"/>
                  </a:lnTo>
                  <a:lnTo>
                    <a:pt x="1752736" y="567153"/>
                  </a:lnTo>
                  <a:lnTo>
                    <a:pt x="1728808" y="606202"/>
                  </a:lnTo>
                  <a:lnTo>
                    <a:pt x="1700556" y="642009"/>
                  </a:lnTo>
                  <a:lnTo>
                    <a:pt x="1668340" y="674213"/>
                  </a:lnTo>
                  <a:lnTo>
                    <a:pt x="1632524" y="702451"/>
                  </a:lnTo>
                  <a:lnTo>
                    <a:pt x="1593469" y="726362"/>
                  </a:lnTo>
                  <a:lnTo>
                    <a:pt x="1551538" y="745585"/>
                  </a:lnTo>
                  <a:lnTo>
                    <a:pt x="1507092" y="759760"/>
                  </a:lnTo>
                  <a:lnTo>
                    <a:pt x="1460493" y="768525"/>
                  </a:lnTo>
                  <a:lnTo>
                    <a:pt x="1412105" y="771524"/>
                  </a:lnTo>
                  <a:lnTo>
                    <a:pt x="385735" y="771523"/>
                  </a:lnTo>
                  <a:lnTo>
                    <a:pt x="337347" y="768514"/>
                  </a:lnTo>
                  <a:lnTo>
                    <a:pt x="290753" y="759735"/>
                  </a:lnTo>
                  <a:lnTo>
                    <a:pt x="246314" y="745548"/>
                  </a:lnTo>
                  <a:lnTo>
                    <a:pt x="204393" y="726314"/>
                  </a:lnTo>
                  <a:lnTo>
                    <a:pt x="165351" y="702395"/>
                  </a:lnTo>
                  <a:lnTo>
                    <a:pt x="129548" y="674153"/>
                  </a:lnTo>
                  <a:lnTo>
                    <a:pt x="97347" y="641948"/>
                  </a:lnTo>
                  <a:lnTo>
                    <a:pt x="69108" y="606144"/>
                  </a:lnTo>
                  <a:lnTo>
                    <a:pt x="45193" y="567100"/>
                  </a:lnTo>
                  <a:lnTo>
                    <a:pt x="25963" y="525178"/>
                  </a:lnTo>
                  <a:lnTo>
                    <a:pt x="11780" y="480740"/>
                  </a:lnTo>
                  <a:lnTo>
                    <a:pt x="3005" y="434148"/>
                  </a:lnTo>
                  <a:lnTo>
                    <a:pt x="0" y="385762"/>
                  </a:lnTo>
                  <a:lnTo>
                    <a:pt x="3005" y="337376"/>
                  </a:lnTo>
                  <a:lnTo>
                    <a:pt x="11779" y="290783"/>
                  </a:lnTo>
                  <a:lnTo>
                    <a:pt x="25962" y="246345"/>
                  </a:lnTo>
                  <a:lnTo>
                    <a:pt x="45192" y="204423"/>
                  </a:lnTo>
                  <a:lnTo>
                    <a:pt x="69107" y="165379"/>
                  </a:lnTo>
                  <a:lnTo>
                    <a:pt x="97346" y="129573"/>
                  </a:lnTo>
                  <a:lnTo>
                    <a:pt x="129547" y="97369"/>
                  </a:lnTo>
                  <a:lnTo>
                    <a:pt x="165350" y="69126"/>
                  </a:lnTo>
                  <a:lnTo>
                    <a:pt x="204394" y="45207"/>
                  </a:lnTo>
                  <a:lnTo>
                    <a:pt x="246315" y="25973"/>
                  </a:lnTo>
                  <a:lnTo>
                    <a:pt x="290754" y="11785"/>
                  </a:lnTo>
                  <a:lnTo>
                    <a:pt x="337349" y="3007"/>
                  </a:lnTo>
                  <a:lnTo>
                    <a:pt x="385737" y="0"/>
                  </a:lnTo>
                  <a:lnTo>
                    <a:pt x="1412105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741940" y="8271833"/>
            <a:ext cx="338264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25">
                <a:solidFill>
                  <a:srgbClr val="EBF5FE"/>
                </a:solidFill>
                <a:latin typeface="Arial Black"/>
                <a:cs typeface="Arial Black"/>
              </a:rPr>
              <a:t>Obtiene</a:t>
            </a:r>
            <a:r>
              <a:rPr dirty="0" sz="2650" spc="-45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2650" spc="-125">
                <a:solidFill>
                  <a:srgbClr val="EBF5FE"/>
                </a:solidFill>
                <a:latin typeface="Arial Black"/>
                <a:cs typeface="Arial Black"/>
              </a:rPr>
              <a:t>Orientacion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420628" y="8271833"/>
            <a:ext cx="52959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40">
                <a:solidFill>
                  <a:srgbClr val="EBF5FE"/>
                </a:solidFill>
                <a:latin typeface="Arial Black"/>
                <a:cs typeface="Arial Black"/>
              </a:rPr>
              <a:t>03.</a:t>
            </a:r>
            <a:endParaRPr sz="26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7020" y="8790480"/>
            <a:ext cx="4600575" cy="466090"/>
            <a:chOff x="1727020" y="8790480"/>
            <a:chExt cx="4600575" cy="466090"/>
          </a:xfrm>
        </p:grpSpPr>
        <p:sp>
          <p:nvSpPr>
            <p:cNvPr id="11" name="object 11"/>
            <p:cNvSpPr/>
            <p:nvPr/>
          </p:nvSpPr>
          <p:spPr>
            <a:xfrm>
              <a:off x="1731558" y="8795002"/>
              <a:ext cx="4591685" cy="457200"/>
            </a:xfrm>
            <a:custGeom>
              <a:avLst/>
              <a:gdLst/>
              <a:ahLst/>
              <a:cxnLst/>
              <a:rect l="l" t="t" r="r" b="b"/>
              <a:pathLst>
                <a:path w="4591685" h="457200">
                  <a:moveTo>
                    <a:pt x="4498924" y="456743"/>
                  </a:moveTo>
                  <a:lnTo>
                    <a:pt x="92574" y="456743"/>
                  </a:lnTo>
                  <a:lnTo>
                    <a:pt x="56667" y="449578"/>
                  </a:lnTo>
                  <a:lnTo>
                    <a:pt x="27227" y="429949"/>
                  </a:lnTo>
                  <a:lnTo>
                    <a:pt x="7317" y="400653"/>
                  </a:lnTo>
                  <a:lnTo>
                    <a:pt x="0" y="364490"/>
                  </a:lnTo>
                  <a:lnTo>
                    <a:pt x="0" y="92253"/>
                  </a:lnTo>
                  <a:lnTo>
                    <a:pt x="7317" y="56471"/>
                  </a:lnTo>
                  <a:lnTo>
                    <a:pt x="27227" y="27133"/>
                  </a:lnTo>
                  <a:lnTo>
                    <a:pt x="56667" y="7292"/>
                  </a:lnTo>
                  <a:lnTo>
                    <a:pt x="92574" y="0"/>
                  </a:lnTo>
                  <a:lnTo>
                    <a:pt x="4498924" y="0"/>
                  </a:lnTo>
                  <a:lnTo>
                    <a:pt x="4534831" y="7292"/>
                  </a:lnTo>
                  <a:lnTo>
                    <a:pt x="4564271" y="27133"/>
                  </a:lnTo>
                  <a:lnTo>
                    <a:pt x="4584181" y="56471"/>
                  </a:lnTo>
                  <a:lnTo>
                    <a:pt x="4591498" y="92253"/>
                  </a:lnTo>
                  <a:lnTo>
                    <a:pt x="4591498" y="364490"/>
                  </a:lnTo>
                  <a:lnTo>
                    <a:pt x="4584308" y="400653"/>
                  </a:lnTo>
                  <a:lnTo>
                    <a:pt x="4564611" y="429949"/>
                  </a:lnTo>
                  <a:lnTo>
                    <a:pt x="4535213" y="449578"/>
                  </a:lnTo>
                  <a:lnTo>
                    <a:pt x="4498924" y="456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27020" y="8790480"/>
              <a:ext cx="4600575" cy="466090"/>
            </a:xfrm>
            <a:custGeom>
              <a:avLst/>
              <a:gdLst/>
              <a:ahLst/>
              <a:cxnLst/>
              <a:rect l="l" t="t" r="r" b="b"/>
              <a:pathLst>
                <a:path w="4600575" h="466090">
                  <a:moveTo>
                    <a:pt x="4503462" y="465787"/>
                  </a:moveTo>
                  <a:lnTo>
                    <a:pt x="97112" y="465787"/>
                  </a:lnTo>
                  <a:lnTo>
                    <a:pt x="59347" y="458170"/>
                  </a:lnTo>
                  <a:lnTo>
                    <a:pt x="28475" y="437410"/>
                  </a:lnTo>
                  <a:lnTo>
                    <a:pt x="7643" y="406645"/>
                  </a:lnTo>
                  <a:lnTo>
                    <a:pt x="0" y="369012"/>
                  </a:lnTo>
                  <a:lnTo>
                    <a:pt x="0" y="96775"/>
                  </a:lnTo>
                  <a:lnTo>
                    <a:pt x="7643" y="59142"/>
                  </a:lnTo>
                  <a:lnTo>
                    <a:pt x="28475" y="28376"/>
                  </a:lnTo>
                  <a:lnTo>
                    <a:pt x="59347" y="7617"/>
                  </a:lnTo>
                  <a:lnTo>
                    <a:pt x="97112" y="0"/>
                  </a:lnTo>
                  <a:lnTo>
                    <a:pt x="4503462" y="0"/>
                  </a:lnTo>
                  <a:lnTo>
                    <a:pt x="4541226" y="7617"/>
                  </a:lnTo>
                  <a:lnTo>
                    <a:pt x="4543349" y="9044"/>
                  </a:lnTo>
                  <a:lnTo>
                    <a:pt x="97112" y="9044"/>
                  </a:lnTo>
                  <a:lnTo>
                    <a:pt x="79286" y="10839"/>
                  </a:lnTo>
                  <a:lnTo>
                    <a:pt x="34488" y="34368"/>
                  </a:lnTo>
                  <a:lnTo>
                    <a:pt x="10876" y="79011"/>
                  </a:lnTo>
                  <a:lnTo>
                    <a:pt x="9075" y="96775"/>
                  </a:lnTo>
                  <a:lnTo>
                    <a:pt x="9075" y="369012"/>
                  </a:lnTo>
                  <a:lnTo>
                    <a:pt x="10864" y="386776"/>
                  </a:lnTo>
                  <a:lnTo>
                    <a:pt x="10876" y="386903"/>
                  </a:lnTo>
                  <a:lnTo>
                    <a:pt x="15892" y="403268"/>
                  </a:lnTo>
                  <a:lnTo>
                    <a:pt x="15996" y="403607"/>
                  </a:lnTo>
                  <a:lnTo>
                    <a:pt x="47719" y="441862"/>
                  </a:lnTo>
                  <a:lnTo>
                    <a:pt x="97112" y="456743"/>
                  </a:lnTo>
                  <a:lnTo>
                    <a:pt x="4503462" y="456743"/>
                  </a:lnTo>
                  <a:lnTo>
                    <a:pt x="4503462" y="465787"/>
                  </a:lnTo>
                  <a:close/>
                </a:path>
                <a:path w="4600575" h="466090">
                  <a:moveTo>
                    <a:pt x="4503462" y="465787"/>
                  </a:moveTo>
                  <a:lnTo>
                    <a:pt x="4503462" y="456743"/>
                  </a:lnTo>
                  <a:lnTo>
                    <a:pt x="4521288" y="455075"/>
                  </a:lnTo>
                  <a:lnTo>
                    <a:pt x="4537837" y="450185"/>
                  </a:lnTo>
                  <a:lnTo>
                    <a:pt x="4576566" y="418233"/>
                  </a:lnTo>
                  <a:lnTo>
                    <a:pt x="4591498" y="369012"/>
                  </a:lnTo>
                  <a:lnTo>
                    <a:pt x="4591498" y="96775"/>
                  </a:lnTo>
                  <a:lnTo>
                    <a:pt x="4576948" y="47553"/>
                  </a:lnTo>
                  <a:lnTo>
                    <a:pt x="4537837" y="15940"/>
                  </a:lnTo>
                  <a:lnTo>
                    <a:pt x="4503462" y="9044"/>
                  </a:lnTo>
                  <a:lnTo>
                    <a:pt x="4543349" y="9044"/>
                  </a:lnTo>
                  <a:lnTo>
                    <a:pt x="4572099" y="28376"/>
                  </a:lnTo>
                  <a:lnTo>
                    <a:pt x="4592931" y="59142"/>
                  </a:lnTo>
                  <a:lnTo>
                    <a:pt x="4600574" y="96775"/>
                  </a:lnTo>
                  <a:lnTo>
                    <a:pt x="4600574" y="369012"/>
                  </a:lnTo>
                  <a:lnTo>
                    <a:pt x="4592931" y="406645"/>
                  </a:lnTo>
                  <a:lnTo>
                    <a:pt x="4572099" y="437410"/>
                  </a:lnTo>
                  <a:lnTo>
                    <a:pt x="4541226" y="458170"/>
                  </a:lnTo>
                  <a:lnTo>
                    <a:pt x="4503462" y="46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8024" y="8956897"/>
              <a:ext cx="133415" cy="1320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8587" y="8906249"/>
              <a:ext cx="233023" cy="23311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382546" y="8855807"/>
            <a:ext cx="3321050" cy="3060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00" spc="-80">
                <a:solidFill>
                  <a:srgbClr val="3C66BE"/>
                </a:solidFill>
                <a:latin typeface="Arial Black"/>
                <a:cs typeface="Arial Black"/>
              </a:rPr>
              <a:t>Aquila_Guard_Prototipo.html</a:t>
            </a:r>
            <a:endParaRPr sz="1800">
              <a:latin typeface="Arial Black"/>
              <a:cs typeface="Arial Black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72249" y="9671249"/>
            <a:ext cx="615749" cy="6157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8220" cy="10286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6847" y="951706"/>
            <a:ext cx="371892" cy="374928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84282" y="901953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344182" y="238975"/>
                </a:moveTo>
                <a:lnTo>
                  <a:pt x="344043" y="238645"/>
                </a:lnTo>
                <a:lnTo>
                  <a:pt x="344043" y="237718"/>
                </a:lnTo>
                <a:lnTo>
                  <a:pt x="343369" y="237058"/>
                </a:lnTo>
                <a:lnTo>
                  <a:pt x="342519" y="235000"/>
                </a:lnTo>
                <a:lnTo>
                  <a:pt x="246075" y="138493"/>
                </a:lnTo>
                <a:lnTo>
                  <a:pt x="239776" y="138493"/>
                </a:lnTo>
                <a:lnTo>
                  <a:pt x="231952" y="146253"/>
                </a:lnTo>
                <a:lnTo>
                  <a:pt x="231952" y="152552"/>
                </a:lnTo>
                <a:lnTo>
                  <a:pt x="312674" y="233273"/>
                </a:lnTo>
                <a:lnTo>
                  <a:pt x="136766" y="233273"/>
                </a:lnTo>
                <a:lnTo>
                  <a:pt x="132321" y="237718"/>
                </a:lnTo>
                <a:lnTo>
                  <a:pt x="132321" y="248729"/>
                </a:lnTo>
                <a:lnTo>
                  <a:pt x="136766" y="253174"/>
                </a:lnTo>
                <a:lnTo>
                  <a:pt x="312648" y="253174"/>
                </a:lnTo>
                <a:lnTo>
                  <a:pt x="231952" y="333819"/>
                </a:lnTo>
                <a:lnTo>
                  <a:pt x="231952" y="340131"/>
                </a:lnTo>
                <a:lnTo>
                  <a:pt x="237794" y="345960"/>
                </a:lnTo>
                <a:lnTo>
                  <a:pt x="240372" y="346964"/>
                </a:lnTo>
                <a:lnTo>
                  <a:pt x="242900" y="346964"/>
                </a:lnTo>
                <a:lnTo>
                  <a:pt x="245414" y="346964"/>
                </a:lnTo>
                <a:lnTo>
                  <a:pt x="248005" y="345960"/>
                </a:lnTo>
                <a:lnTo>
                  <a:pt x="342519" y="251510"/>
                </a:lnTo>
                <a:lnTo>
                  <a:pt x="343382" y="249389"/>
                </a:lnTo>
                <a:lnTo>
                  <a:pt x="344043" y="248729"/>
                </a:lnTo>
                <a:lnTo>
                  <a:pt x="344043" y="247802"/>
                </a:lnTo>
                <a:lnTo>
                  <a:pt x="344182" y="247459"/>
                </a:lnTo>
                <a:lnTo>
                  <a:pt x="344182" y="238975"/>
                </a:lnTo>
                <a:close/>
              </a:path>
              <a:path w="474980" h="474980">
                <a:moveTo>
                  <a:pt x="474840" y="237451"/>
                </a:moveTo>
                <a:lnTo>
                  <a:pt x="470014" y="189649"/>
                </a:lnTo>
                <a:lnTo>
                  <a:pt x="456171" y="145110"/>
                </a:lnTo>
                <a:lnTo>
                  <a:pt x="454952" y="142875"/>
                </a:lnTo>
                <a:lnTo>
                  <a:pt x="454952" y="237451"/>
                </a:lnTo>
                <a:lnTo>
                  <a:pt x="449199" y="287286"/>
                </a:lnTo>
                <a:lnTo>
                  <a:pt x="432816" y="333057"/>
                </a:lnTo>
                <a:lnTo>
                  <a:pt x="407123" y="373456"/>
                </a:lnTo>
                <a:lnTo>
                  <a:pt x="373430" y="407162"/>
                </a:lnTo>
                <a:lnTo>
                  <a:pt x="333044" y="432866"/>
                </a:lnTo>
                <a:lnTo>
                  <a:pt x="287286" y="449249"/>
                </a:lnTo>
                <a:lnTo>
                  <a:pt x="237451" y="455002"/>
                </a:lnTo>
                <a:lnTo>
                  <a:pt x="187629" y="449249"/>
                </a:lnTo>
                <a:lnTo>
                  <a:pt x="141859" y="432866"/>
                </a:lnTo>
                <a:lnTo>
                  <a:pt x="101460" y="407162"/>
                </a:lnTo>
                <a:lnTo>
                  <a:pt x="67741" y="373456"/>
                </a:lnTo>
                <a:lnTo>
                  <a:pt x="42037" y="333057"/>
                </a:lnTo>
                <a:lnTo>
                  <a:pt x="25654" y="287286"/>
                </a:lnTo>
                <a:lnTo>
                  <a:pt x="19900" y="237451"/>
                </a:lnTo>
                <a:lnTo>
                  <a:pt x="25654" y="187617"/>
                </a:lnTo>
                <a:lnTo>
                  <a:pt x="42037" y="141846"/>
                </a:lnTo>
                <a:lnTo>
                  <a:pt x="67741" y="101447"/>
                </a:lnTo>
                <a:lnTo>
                  <a:pt x="101460" y="67741"/>
                </a:lnTo>
                <a:lnTo>
                  <a:pt x="141859" y="42037"/>
                </a:lnTo>
                <a:lnTo>
                  <a:pt x="187629" y="25641"/>
                </a:lnTo>
                <a:lnTo>
                  <a:pt x="237451" y="19888"/>
                </a:lnTo>
                <a:lnTo>
                  <a:pt x="287261" y="25641"/>
                </a:lnTo>
                <a:lnTo>
                  <a:pt x="333019" y="42037"/>
                </a:lnTo>
                <a:lnTo>
                  <a:pt x="373405" y="67741"/>
                </a:lnTo>
                <a:lnTo>
                  <a:pt x="407111" y="101447"/>
                </a:lnTo>
                <a:lnTo>
                  <a:pt x="432803" y="141846"/>
                </a:lnTo>
                <a:lnTo>
                  <a:pt x="449199" y="187617"/>
                </a:lnTo>
                <a:lnTo>
                  <a:pt x="454952" y="237451"/>
                </a:lnTo>
                <a:lnTo>
                  <a:pt x="454952" y="142875"/>
                </a:lnTo>
                <a:lnTo>
                  <a:pt x="434263" y="104775"/>
                </a:lnTo>
                <a:lnTo>
                  <a:pt x="405257" y="69621"/>
                </a:lnTo>
                <a:lnTo>
                  <a:pt x="370103" y="40601"/>
                </a:lnTo>
                <a:lnTo>
                  <a:pt x="332003" y="19888"/>
                </a:lnTo>
                <a:lnTo>
                  <a:pt x="285254" y="4826"/>
                </a:lnTo>
                <a:lnTo>
                  <a:pt x="237451" y="0"/>
                </a:lnTo>
                <a:lnTo>
                  <a:pt x="189687" y="4826"/>
                </a:lnTo>
                <a:lnTo>
                  <a:pt x="145148" y="18681"/>
                </a:lnTo>
                <a:lnTo>
                  <a:pt x="104813" y="40601"/>
                </a:lnTo>
                <a:lnTo>
                  <a:pt x="69659" y="69621"/>
                </a:lnTo>
                <a:lnTo>
                  <a:pt x="40640" y="104775"/>
                </a:lnTo>
                <a:lnTo>
                  <a:pt x="18707" y="145110"/>
                </a:lnTo>
                <a:lnTo>
                  <a:pt x="4838" y="189649"/>
                </a:lnTo>
                <a:lnTo>
                  <a:pt x="0" y="237451"/>
                </a:lnTo>
                <a:lnTo>
                  <a:pt x="4838" y="285216"/>
                </a:lnTo>
                <a:lnTo>
                  <a:pt x="18694" y="329755"/>
                </a:lnTo>
                <a:lnTo>
                  <a:pt x="40614" y="370065"/>
                </a:lnTo>
                <a:lnTo>
                  <a:pt x="69634" y="405218"/>
                </a:lnTo>
                <a:lnTo>
                  <a:pt x="104787" y="434238"/>
                </a:lnTo>
                <a:lnTo>
                  <a:pt x="145122" y="456145"/>
                </a:lnTo>
                <a:lnTo>
                  <a:pt x="189661" y="470001"/>
                </a:lnTo>
                <a:lnTo>
                  <a:pt x="237464" y="474840"/>
                </a:lnTo>
                <a:lnTo>
                  <a:pt x="238112" y="474840"/>
                </a:lnTo>
                <a:lnTo>
                  <a:pt x="285889" y="470001"/>
                </a:lnTo>
                <a:lnTo>
                  <a:pt x="285445" y="470001"/>
                </a:lnTo>
                <a:lnTo>
                  <a:pt x="329882" y="456145"/>
                </a:lnTo>
                <a:lnTo>
                  <a:pt x="331978" y="455002"/>
                </a:lnTo>
                <a:lnTo>
                  <a:pt x="370154" y="434238"/>
                </a:lnTo>
                <a:lnTo>
                  <a:pt x="405269" y="405218"/>
                </a:lnTo>
                <a:lnTo>
                  <a:pt x="434263" y="370065"/>
                </a:lnTo>
                <a:lnTo>
                  <a:pt x="456171" y="329755"/>
                </a:lnTo>
                <a:lnTo>
                  <a:pt x="470014" y="285216"/>
                </a:lnTo>
                <a:lnTo>
                  <a:pt x="474840" y="237451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1016000" y="1581569"/>
            <a:ext cx="7591425" cy="11766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50" spc="-20"/>
              <a:t>D</a:t>
            </a:r>
            <a:r>
              <a:rPr dirty="0" sz="7550" spc="10"/>
              <a:t>E</a:t>
            </a:r>
            <a:r>
              <a:rPr dirty="0" sz="7550" spc="-5"/>
              <a:t>M</a:t>
            </a:r>
            <a:r>
              <a:rPr dirty="0" sz="7550" spc="5"/>
              <a:t>O</a:t>
            </a:r>
            <a:r>
              <a:rPr dirty="0" sz="7550" spc="-220"/>
              <a:t>S</a:t>
            </a:r>
            <a:r>
              <a:rPr dirty="0" sz="7550" spc="-25"/>
              <a:t>T</a:t>
            </a:r>
            <a:r>
              <a:rPr dirty="0" sz="7550" spc="-100"/>
              <a:t>R</a:t>
            </a:r>
            <a:r>
              <a:rPr dirty="0" sz="7550" spc="-240"/>
              <a:t>A</a:t>
            </a:r>
            <a:r>
              <a:rPr dirty="0" sz="7550" spc="30"/>
              <a:t>C</a:t>
            </a:r>
            <a:r>
              <a:rPr dirty="0" sz="7550" spc="-20"/>
              <a:t>I</a:t>
            </a:r>
            <a:r>
              <a:rPr dirty="0" sz="7550" spc="5"/>
              <a:t>O</a:t>
            </a:r>
            <a:r>
              <a:rPr dirty="0" sz="7550" spc="330"/>
              <a:t>N</a:t>
            </a:r>
            <a:endParaRPr sz="7550"/>
          </a:p>
        </p:txBody>
      </p:sp>
      <p:sp>
        <p:nvSpPr>
          <p:cNvPr id="28" name="object 28"/>
          <p:cNvSpPr txBox="1"/>
          <p:nvPr/>
        </p:nvSpPr>
        <p:spPr>
          <a:xfrm>
            <a:off x="1016000" y="2502348"/>
            <a:ext cx="5652135" cy="117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50" spc="-905">
                <a:solidFill>
                  <a:srgbClr val="EBF5FE"/>
                </a:solidFill>
                <a:latin typeface="Arial Black"/>
                <a:cs typeface="Arial Black"/>
              </a:rPr>
              <a:t>NAVEGABLE</a:t>
            </a:r>
            <a:endParaRPr sz="755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56667" y="4094115"/>
            <a:ext cx="6485255" cy="868044"/>
            <a:chOff x="1256667" y="4094115"/>
            <a:chExt cx="6485255" cy="868044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4292" y="4142831"/>
              <a:ext cx="6389191" cy="7710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04292" y="4142840"/>
              <a:ext cx="6390005" cy="771525"/>
            </a:xfrm>
            <a:custGeom>
              <a:avLst/>
              <a:gdLst/>
              <a:ahLst/>
              <a:cxnLst/>
              <a:rect l="l" t="t" r="r" b="b"/>
              <a:pathLst>
                <a:path w="6390005" h="771525">
                  <a:moveTo>
                    <a:pt x="6003733" y="0"/>
                  </a:moveTo>
                  <a:lnTo>
                    <a:pt x="6052122" y="3005"/>
                  </a:lnTo>
                  <a:lnTo>
                    <a:pt x="6098716" y="11781"/>
                  </a:lnTo>
                  <a:lnTo>
                    <a:pt x="6143156" y="25965"/>
                  </a:lnTo>
                  <a:lnTo>
                    <a:pt x="6185078" y="45196"/>
                  </a:lnTo>
                  <a:lnTo>
                    <a:pt x="6224123" y="69113"/>
                  </a:lnTo>
                  <a:lnTo>
                    <a:pt x="6259928" y="97355"/>
                  </a:lnTo>
                  <a:lnTo>
                    <a:pt x="6292132" y="129559"/>
                  </a:lnTo>
                  <a:lnTo>
                    <a:pt x="6320374" y="165364"/>
                  </a:lnTo>
                  <a:lnTo>
                    <a:pt x="6344291" y="204408"/>
                  </a:lnTo>
                  <a:lnTo>
                    <a:pt x="6363522" y="246331"/>
                  </a:lnTo>
                  <a:lnTo>
                    <a:pt x="6377707" y="290771"/>
                  </a:lnTo>
                  <a:lnTo>
                    <a:pt x="6386483" y="337365"/>
                  </a:lnTo>
                  <a:lnTo>
                    <a:pt x="6389488" y="385753"/>
                  </a:lnTo>
                  <a:lnTo>
                    <a:pt x="6386483" y="434142"/>
                  </a:lnTo>
                  <a:lnTo>
                    <a:pt x="6377707" y="480736"/>
                  </a:lnTo>
                  <a:lnTo>
                    <a:pt x="6363522" y="525176"/>
                  </a:lnTo>
                  <a:lnTo>
                    <a:pt x="6344291" y="567098"/>
                  </a:lnTo>
                  <a:lnTo>
                    <a:pt x="6320374" y="606143"/>
                  </a:lnTo>
                  <a:lnTo>
                    <a:pt x="6292132" y="641948"/>
                  </a:lnTo>
                  <a:lnTo>
                    <a:pt x="6259928" y="674152"/>
                  </a:lnTo>
                  <a:lnTo>
                    <a:pt x="6224123" y="702393"/>
                  </a:lnTo>
                  <a:lnTo>
                    <a:pt x="6185079" y="726310"/>
                  </a:lnTo>
                  <a:lnTo>
                    <a:pt x="6143156" y="745542"/>
                  </a:lnTo>
                  <a:lnTo>
                    <a:pt x="6098716" y="759726"/>
                  </a:lnTo>
                  <a:lnTo>
                    <a:pt x="6052122" y="768502"/>
                  </a:lnTo>
                  <a:lnTo>
                    <a:pt x="6003733" y="771507"/>
                  </a:lnTo>
                  <a:lnTo>
                    <a:pt x="385753" y="771507"/>
                  </a:lnTo>
                  <a:lnTo>
                    <a:pt x="337365" y="768502"/>
                  </a:lnTo>
                  <a:lnTo>
                    <a:pt x="290771" y="759726"/>
                  </a:lnTo>
                  <a:lnTo>
                    <a:pt x="246331" y="745542"/>
                  </a:lnTo>
                  <a:lnTo>
                    <a:pt x="204409" y="726310"/>
                  </a:lnTo>
                  <a:lnTo>
                    <a:pt x="165364" y="702393"/>
                  </a:lnTo>
                  <a:lnTo>
                    <a:pt x="129559" y="674152"/>
                  </a:lnTo>
                  <a:lnTo>
                    <a:pt x="97355" y="641948"/>
                  </a:lnTo>
                  <a:lnTo>
                    <a:pt x="69114" y="606143"/>
                  </a:lnTo>
                  <a:lnTo>
                    <a:pt x="45197" y="567098"/>
                  </a:lnTo>
                  <a:lnTo>
                    <a:pt x="25965" y="525175"/>
                  </a:lnTo>
                  <a:lnTo>
                    <a:pt x="11781" y="480736"/>
                  </a:lnTo>
                  <a:lnTo>
                    <a:pt x="3005" y="434141"/>
                  </a:lnTo>
                  <a:lnTo>
                    <a:pt x="0" y="385753"/>
                  </a:lnTo>
                  <a:lnTo>
                    <a:pt x="3005" y="337365"/>
                  </a:lnTo>
                  <a:lnTo>
                    <a:pt x="11781" y="290771"/>
                  </a:lnTo>
                  <a:lnTo>
                    <a:pt x="25965" y="246331"/>
                  </a:lnTo>
                  <a:lnTo>
                    <a:pt x="45197" y="204408"/>
                  </a:lnTo>
                  <a:lnTo>
                    <a:pt x="69114" y="165364"/>
                  </a:lnTo>
                  <a:lnTo>
                    <a:pt x="97355" y="129559"/>
                  </a:lnTo>
                  <a:lnTo>
                    <a:pt x="129559" y="97355"/>
                  </a:lnTo>
                  <a:lnTo>
                    <a:pt x="165364" y="69114"/>
                  </a:lnTo>
                  <a:lnTo>
                    <a:pt x="204409" y="45197"/>
                  </a:lnTo>
                  <a:lnTo>
                    <a:pt x="246331" y="25965"/>
                  </a:lnTo>
                  <a:lnTo>
                    <a:pt x="290771" y="11781"/>
                  </a:lnTo>
                  <a:lnTo>
                    <a:pt x="337365" y="3005"/>
                  </a:lnTo>
                  <a:lnTo>
                    <a:pt x="385753" y="0"/>
                  </a:lnTo>
                  <a:lnTo>
                    <a:pt x="6003733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5960" y="4141739"/>
              <a:ext cx="1797960" cy="7715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95959" y="4141740"/>
              <a:ext cx="1798320" cy="771525"/>
            </a:xfrm>
            <a:custGeom>
              <a:avLst/>
              <a:gdLst/>
              <a:ahLst/>
              <a:cxnLst/>
              <a:rect l="l" t="t" r="r" b="b"/>
              <a:pathLst>
                <a:path w="1798320" h="771525">
                  <a:moveTo>
                    <a:pt x="1412106" y="0"/>
                  </a:moveTo>
                  <a:lnTo>
                    <a:pt x="1460499" y="2989"/>
                  </a:lnTo>
                  <a:lnTo>
                    <a:pt x="1507100" y="11755"/>
                  </a:lnTo>
                  <a:lnTo>
                    <a:pt x="1551548" y="25931"/>
                  </a:lnTo>
                  <a:lnTo>
                    <a:pt x="1593481" y="45157"/>
                  </a:lnTo>
                  <a:lnTo>
                    <a:pt x="1632536" y="69071"/>
                  </a:lnTo>
                  <a:lnTo>
                    <a:pt x="1668353" y="97312"/>
                  </a:lnTo>
                  <a:lnTo>
                    <a:pt x="1700568" y="129518"/>
                  </a:lnTo>
                  <a:lnTo>
                    <a:pt x="1728820" y="165328"/>
                  </a:lnTo>
                  <a:lnTo>
                    <a:pt x="1752747" y="204379"/>
                  </a:lnTo>
                  <a:lnTo>
                    <a:pt x="1771986" y="246311"/>
                  </a:lnTo>
                  <a:lnTo>
                    <a:pt x="1786176" y="290762"/>
                  </a:lnTo>
                  <a:lnTo>
                    <a:pt x="1794954" y="337369"/>
                  </a:lnTo>
                  <a:lnTo>
                    <a:pt x="1797960" y="385769"/>
                  </a:lnTo>
                  <a:lnTo>
                    <a:pt x="1794951" y="434169"/>
                  </a:lnTo>
                  <a:lnTo>
                    <a:pt x="1786170" y="480775"/>
                  </a:lnTo>
                  <a:lnTo>
                    <a:pt x="1771977" y="525223"/>
                  </a:lnTo>
                  <a:lnTo>
                    <a:pt x="1752736" y="567153"/>
                  </a:lnTo>
                  <a:lnTo>
                    <a:pt x="1728808" y="606202"/>
                  </a:lnTo>
                  <a:lnTo>
                    <a:pt x="1700556" y="642009"/>
                  </a:lnTo>
                  <a:lnTo>
                    <a:pt x="1668340" y="674213"/>
                  </a:lnTo>
                  <a:lnTo>
                    <a:pt x="1632524" y="702450"/>
                  </a:lnTo>
                  <a:lnTo>
                    <a:pt x="1593469" y="726362"/>
                  </a:lnTo>
                  <a:lnTo>
                    <a:pt x="1551538" y="745585"/>
                  </a:lnTo>
                  <a:lnTo>
                    <a:pt x="1507092" y="759760"/>
                  </a:lnTo>
                  <a:lnTo>
                    <a:pt x="1460494" y="768525"/>
                  </a:lnTo>
                  <a:lnTo>
                    <a:pt x="1412106" y="771524"/>
                  </a:lnTo>
                  <a:lnTo>
                    <a:pt x="385735" y="771523"/>
                  </a:lnTo>
                  <a:lnTo>
                    <a:pt x="337347" y="768514"/>
                  </a:lnTo>
                  <a:lnTo>
                    <a:pt x="290753" y="759735"/>
                  </a:lnTo>
                  <a:lnTo>
                    <a:pt x="246314" y="745548"/>
                  </a:lnTo>
                  <a:lnTo>
                    <a:pt x="204393" y="726314"/>
                  </a:lnTo>
                  <a:lnTo>
                    <a:pt x="165351" y="702395"/>
                  </a:lnTo>
                  <a:lnTo>
                    <a:pt x="129548" y="674153"/>
                  </a:lnTo>
                  <a:lnTo>
                    <a:pt x="97346" y="641949"/>
                  </a:lnTo>
                  <a:lnTo>
                    <a:pt x="69108" y="606144"/>
                  </a:lnTo>
                  <a:lnTo>
                    <a:pt x="45193" y="567100"/>
                  </a:lnTo>
                  <a:lnTo>
                    <a:pt x="25963" y="525178"/>
                  </a:lnTo>
                  <a:lnTo>
                    <a:pt x="11780" y="480741"/>
                  </a:lnTo>
                  <a:lnTo>
                    <a:pt x="3005" y="434148"/>
                  </a:lnTo>
                  <a:lnTo>
                    <a:pt x="0" y="385762"/>
                  </a:lnTo>
                  <a:lnTo>
                    <a:pt x="3005" y="337376"/>
                  </a:lnTo>
                  <a:lnTo>
                    <a:pt x="11779" y="290783"/>
                  </a:lnTo>
                  <a:lnTo>
                    <a:pt x="25962" y="246345"/>
                  </a:lnTo>
                  <a:lnTo>
                    <a:pt x="45192" y="204423"/>
                  </a:lnTo>
                  <a:lnTo>
                    <a:pt x="69107" y="165379"/>
                  </a:lnTo>
                  <a:lnTo>
                    <a:pt x="97346" y="129573"/>
                  </a:lnTo>
                  <a:lnTo>
                    <a:pt x="129547" y="97368"/>
                  </a:lnTo>
                  <a:lnTo>
                    <a:pt x="165350" y="69126"/>
                  </a:lnTo>
                  <a:lnTo>
                    <a:pt x="204394" y="45207"/>
                  </a:lnTo>
                  <a:lnTo>
                    <a:pt x="246315" y="25973"/>
                  </a:lnTo>
                  <a:lnTo>
                    <a:pt x="290754" y="11785"/>
                  </a:lnTo>
                  <a:lnTo>
                    <a:pt x="337349" y="3007"/>
                  </a:lnTo>
                  <a:lnTo>
                    <a:pt x="385737" y="0"/>
                  </a:lnTo>
                  <a:lnTo>
                    <a:pt x="1412106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851361" y="4287718"/>
            <a:ext cx="133540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45">
                <a:solidFill>
                  <a:srgbClr val="EBF5FE"/>
                </a:solidFill>
                <a:latin typeface="Arial Black"/>
                <a:cs typeface="Arial Black"/>
              </a:rPr>
              <a:t>Entrada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62942" y="4287718"/>
            <a:ext cx="464184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355">
                <a:solidFill>
                  <a:srgbClr val="EBF5FE"/>
                </a:solidFill>
                <a:latin typeface="Arial Black"/>
                <a:cs typeface="Arial Black"/>
              </a:rPr>
              <a:t>01.</a:t>
            </a:r>
            <a:endParaRPr sz="265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56667" y="5190581"/>
            <a:ext cx="6485255" cy="868044"/>
            <a:chOff x="1256667" y="5190581"/>
            <a:chExt cx="6485255" cy="868044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4292" y="5239298"/>
              <a:ext cx="6389191" cy="7710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04292" y="5239307"/>
              <a:ext cx="6390005" cy="771525"/>
            </a:xfrm>
            <a:custGeom>
              <a:avLst/>
              <a:gdLst/>
              <a:ahLst/>
              <a:cxnLst/>
              <a:rect l="l" t="t" r="r" b="b"/>
              <a:pathLst>
                <a:path w="6390005" h="771525">
                  <a:moveTo>
                    <a:pt x="6003733" y="0"/>
                  </a:moveTo>
                  <a:lnTo>
                    <a:pt x="6052122" y="3005"/>
                  </a:lnTo>
                  <a:lnTo>
                    <a:pt x="6098716" y="11781"/>
                  </a:lnTo>
                  <a:lnTo>
                    <a:pt x="6143156" y="25965"/>
                  </a:lnTo>
                  <a:lnTo>
                    <a:pt x="6185078" y="45196"/>
                  </a:lnTo>
                  <a:lnTo>
                    <a:pt x="6224123" y="69113"/>
                  </a:lnTo>
                  <a:lnTo>
                    <a:pt x="6259928" y="97355"/>
                  </a:lnTo>
                  <a:lnTo>
                    <a:pt x="6292132" y="129559"/>
                  </a:lnTo>
                  <a:lnTo>
                    <a:pt x="6320374" y="165364"/>
                  </a:lnTo>
                  <a:lnTo>
                    <a:pt x="6344291" y="204408"/>
                  </a:lnTo>
                  <a:lnTo>
                    <a:pt x="6363522" y="246331"/>
                  </a:lnTo>
                  <a:lnTo>
                    <a:pt x="6377707" y="290771"/>
                  </a:lnTo>
                  <a:lnTo>
                    <a:pt x="6386483" y="337365"/>
                  </a:lnTo>
                  <a:lnTo>
                    <a:pt x="6389488" y="385753"/>
                  </a:lnTo>
                  <a:lnTo>
                    <a:pt x="6386483" y="434142"/>
                  </a:lnTo>
                  <a:lnTo>
                    <a:pt x="6377707" y="480736"/>
                  </a:lnTo>
                  <a:lnTo>
                    <a:pt x="6363522" y="525176"/>
                  </a:lnTo>
                  <a:lnTo>
                    <a:pt x="6344291" y="567098"/>
                  </a:lnTo>
                  <a:lnTo>
                    <a:pt x="6320374" y="606143"/>
                  </a:lnTo>
                  <a:lnTo>
                    <a:pt x="6292132" y="641948"/>
                  </a:lnTo>
                  <a:lnTo>
                    <a:pt x="6259928" y="674152"/>
                  </a:lnTo>
                  <a:lnTo>
                    <a:pt x="6224123" y="702393"/>
                  </a:lnTo>
                  <a:lnTo>
                    <a:pt x="6185078" y="726310"/>
                  </a:lnTo>
                  <a:lnTo>
                    <a:pt x="6143156" y="745542"/>
                  </a:lnTo>
                  <a:lnTo>
                    <a:pt x="6098716" y="759726"/>
                  </a:lnTo>
                  <a:lnTo>
                    <a:pt x="6052122" y="768502"/>
                  </a:lnTo>
                  <a:lnTo>
                    <a:pt x="6003733" y="771507"/>
                  </a:lnTo>
                  <a:lnTo>
                    <a:pt x="385753" y="771507"/>
                  </a:lnTo>
                  <a:lnTo>
                    <a:pt x="337365" y="768501"/>
                  </a:lnTo>
                  <a:lnTo>
                    <a:pt x="290771" y="759726"/>
                  </a:lnTo>
                  <a:lnTo>
                    <a:pt x="246331" y="745541"/>
                  </a:lnTo>
                  <a:lnTo>
                    <a:pt x="204409" y="726310"/>
                  </a:lnTo>
                  <a:lnTo>
                    <a:pt x="165364" y="702393"/>
                  </a:lnTo>
                  <a:lnTo>
                    <a:pt x="129559" y="674152"/>
                  </a:lnTo>
                  <a:lnTo>
                    <a:pt x="97355" y="641948"/>
                  </a:lnTo>
                  <a:lnTo>
                    <a:pt x="69114" y="606143"/>
                  </a:lnTo>
                  <a:lnTo>
                    <a:pt x="45197" y="567098"/>
                  </a:lnTo>
                  <a:lnTo>
                    <a:pt x="25965" y="525175"/>
                  </a:lnTo>
                  <a:lnTo>
                    <a:pt x="11781" y="480736"/>
                  </a:lnTo>
                  <a:lnTo>
                    <a:pt x="3005" y="434141"/>
                  </a:lnTo>
                  <a:lnTo>
                    <a:pt x="0" y="385753"/>
                  </a:lnTo>
                  <a:lnTo>
                    <a:pt x="3005" y="337365"/>
                  </a:lnTo>
                  <a:lnTo>
                    <a:pt x="11781" y="290771"/>
                  </a:lnTo>
                  <a:lnTo>
                    <a:pt x="25965" y="246331"/>
                  </a:lnTo>
                  <a:lnTo>
                    <a:pt x="45197" y="204408"/>
                  </a:lnTo>
                  <a:lnTo>
                    <a:pt x="69114" y="165364"/>
                  </a:lnTo>
                  <a:lnTo>
                    <a:pt x="97355" y="129559"/>
                  </a:lnTo>
                  <a:lnTo>
                    <a:pt x="129559" y="97355"/>
                  </a:lnTo>
                  <a:lnTo>
                    <a:pt x="165364" y="69114"/>
                  </a:lnTo>
                  <a:lnTo>
                    <a:pt x="204409" y="45197"/>
                  </a:lnTo>
                  <a:lnTo>
                    <a:pt x="246331" y="25965"/>
                  </a:lnTo>
                  <a:lnTo>
                    <a:pt x="290771" y="11781"/>
                  </a:lnTo>
                  <a:lnTo>
                    <a:pt x="337365" y="3005"/>
                  </a:lnTo>
                  <a:lnTo>
                    <a:pt x="385753" y="0"/>
                  </a:lnTo>
                  <a:lnTo>
                    <a:pt x="6003733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5960" y="5238206"/>
              <a:ext cx="1797960" cy="7715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95959" y="5238206"/>
              <a:ext cx="1798320" cy="771525"/>
            </a:xfrm>
            <a:custGeom>
              <a:avLst/>
              <a:gdLst/>
              <a:ahLst/>
              <a:cxnLst/>
              <a:rect l="l" t="t" r="r" b="b"/>
              <a:pathLst>
                <a:path w="1798320" h="771525">
                  <a:moveTo>
                    <a:pt x="1412106" y="0"/>
                  </a:moveTo>
                  <a:lnTo>
                    <a:pt x="1460499" y="2989"/>
                  </a:lnTo>
                  <a:lnTo>
                    <a:pt x="1507100" y="11755"/>
                  </a:lnTo>
                  <a:lnTo>
                    <a:pt x="1551548" y="25931"/>
                  </a:lnTo>
                  <a:lnTo>
                    <a:pt x="1593481" y="45157"/>
                  </a:lnTo>
                  <a:lnTo>
                    <a:pt x="1632536" y="69071"/>
                  </a:lnTo>
                  <a:lnTo>
                    <a:pt x="1668353" y="97312"/>
                  </a:lnTo>
                  <a:lnTo>
                    <a:pt x="1700568" y="129518"/>
                  </a:lnTo>
                  <a:lnTo>
                    <a:pt x="1728820" y="165328"/>
                  </a:lnTo>
                  <a:lnTo>
                    <a:pt x="1752747" y="204379"/>
                  </a:lnTo>
                  <a:lnTo>
                    <a:pt x="1771986" y="246311"/>
                  </a:lnTo>
                  <a:lnTo>
                    <a:pt x="1786176" y="290762"/>
                  </a:lnTo>
                  <a:lnTo>
                    <a:pt x="1794954" y="337369"/>
                  </a:lnTo>
                  <a:lnTo>
                    <a:pt x="1797960" y="385769"/>
                  </a:lnTo>
                  <a:lnTo>
                    <a:pt x="1794951" y="434169"/>
                  </a:lnTo>
                  <a:lnTo>
                    <a:pt x="1786170" y="480775"/>
                  </a:lnTo>
                  <a:lnTo>
                    <a:pt x="1771977" y="525223"/>
                  </a:lnTo>
                  <a:lnTo>
                    <a:pt x="1752736" y="567153"/>
                  </a:lnTo>
                  <a:lnTo>
                    <a:pt x="1728808" y="606202"/>
                  </a:lnTo>
                  <a:lnTo>
                    <a:pt x="1700556" y="642009"/>
                  </a:lnTo>
                  <a:lnTo>
                    <a:pt x="1668340" y="674213"/>
                  </a:lnTo>
                  <a:lnTo>
                    <a:pt x="1632524" y="702451"/>
                  </a:lnTo>
                  <a:lnTo>
                    <a:pt x="1593469" y="726362"/>
                  </a:lnTo>
                  <a:lnTo>
                    <a:pt x="1551538" y="745585"/>
                  </a:lnTo>
                  <a:lnTo>
                    <a:pt x="1507092" y="759760"/>
                  </a:lnTo>
                  <a:lnTo>
                    <a:pt x="1460494" y="768525"/>
                  </a:lnTo>
                  <a:lnTo>
                    <a:pt x="1412106" y="771524"/>
                  </a:lnTo>
                  <a:lnTo>
                    <a:pt x="385735" y="771523"/>
                  </a:lnTo>
                  <a:lnTo>
                    <a:pt x="337347" y="768514"/>
                  </a:lnTo>
                  <a:lnTo>
                    <a:pt x="290753" y="759735"/>
                  </a:lnTo>
                  <a:lnTo>
                    <a:pt x="246314" y="745548"/>
                  </a:lnTo>
                  <a:lnTo>
                    <a:pt x="204393" y="726314"/>
                  </a:lnTo>
                  <a:lnTo>
                    <a:pt x="165351" y="702395"/>
                  </a:lnTo>
                  <a:lnTo>
                    <a:pt x="129548" y="674153"/>
                  </a:lnTo>
                  <a:lnTo>
                    <a:pt x="97346" y="641949"/>
                  </a:lnTo>
                  <a:lnTo>
                    <a:pt x="69108" y="606144"/>
                  </a:lnTo>
                  <a:lnTo>
                    <a:pt x="45193" y="567100"/>
                  </a:lnTo>
                  <a:lnTo>
                    <a:pt x="25963" y="525178"/>
                  </a:lnTo>
                  <a:lnTo>
                    <a:pt x="11780" y="480740"/>
                  </a:lnTo>
                  <a:lnTo>
                    <a:pt x="3005" y="434148"/>
                  </a:lnTo>
                  <a:lnTo>
                    <a:pt x="0" y="385762"/>
                  </a:lnTo>
                  <a:lnTo>
                    <a:pt x="3005" y="337376"/>
                  </a:lnTo>
                  <a:lnTo>
                    <a:pt x="11779" y="290783"/>
                  </a:lnTo>
                  <a:lnTo>
                    <a:pt x="25962" y="246345"/>
                  </a:lnTo>
                  <a:lnTo>
                    <a:pt x="45192" y="204423"/>
                  </a:lnTo>
                  <a:lnTo>
                    <a:pt x="69107" y="165379"/>
                  </a:lnTo>
                  <a:lnTo>
                    <a:pt x="97346" y="129573"/>
                  </a:lnTo>
                  <a:lnTo>
                    <a:pt x="129547" y="97368"/>
                  </a:lnTo>
                  <a:lnTo>
                    <a:pt x="165350" y="69126"/>
                  </a:lnTo>
                  <a:lnTo>
                    <a:pt x="204394" y="45207"/>
                  </a:lnTo>
                  <a:lnTo>
                    <a:pt x="246315" y="25973"/>
                  </a:lnTo>
                  <a:lnTo>
                    <a:pt x="290754" y="11785"/>
                  </a:lnTo>
                  <a:lnTo>
                    <a:pt x="337349" y="3007"/>
                  </a:lnTo>
                  <a:lnTo>
                    <a:pt x="385737" y="0"/>
                  </a:lnTo>
                  <a:lnTo>
                    <a:pt x="1412106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851361" y="5384185"/>
            <a:ext cx="141541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80">
                <a:solidFill>
                  <a:srgbClr val="EBF5FE"/>
                </a:solidFill>
                <a:latin typeface="Arial Black"/>
                <a:cs typeface="Arial Black"/>
              </a:rPr>
              <a:t>Razones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26479" y="5384185"/>
            <a:ext cx="53657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20">
                <a:solidFill>
                  <a:srgbClr val="EBF5FE"/>
                </a:solidFill>
                <a:latin typeface="Arial Black"/>
                <a:cs typeface="Arial Black"/>
              </a:rPr>
              <a:t>02.</a:t>
            </a:r>
            <a:endParaRPr sz="2650">
              <a:latin typeface="Arial Black"/>
              <a:cs typeface="Arial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56667" y="6287048"/>
            <a:ext cx="6485255" cy="868044"/>
            <a:chOff x="1256667" y="6287048"/>
            <a:chExt cx="6485255" cy="868044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4292" y="6335765"/>
              <a:ext cx="6389191" cy="77104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304292" y="6335773"/>
              <a:ext cx="6390005" cy="771525"/>
            </a:xfrm>
            <a:custGeom>
              <a:avLst/>
              <a:gdLst/>
              <a:ahLst/>
              <a:cxnLst/>
              <a:rect l="l" t="t" r="r" b="b"/>
              <a:pathLst>
                <a:path w="6390005" h="771525">
                  <a:moveTo>
                    <a:pt x="6003733" y="0"/>
                  </a:moveTo>
                  <a:lnTo>
                    <a:pt x="6052122" y="3005"/>
                  </a:lnTo>
                  <a:lnTo>
                    <a:pt x="6098716" y="11781"/>
                  </a:lnTo>
                  <a:lnTo>
                    <a:pt x="6143156" y="25965"/>
                  </a:lnTo>
                  <a:lnTo>
                    <a:pt x="6185079" y="45196"/>
                  </a:lnTo>
                  <a:lnTo>
                    <a:pt x="6224123" y="69114"/>
                  </a:lnTo>
                  <a:lnTo>
                    <a:pt x="6259928" y="97355"/>
                  </a:lnTo>
                  <a:lnTo>
                    <a:pt x="6292132" y="129559"/>
                  </a:lnTo>
                  <a:lnTo>
                    <a:pt x="6320374" y="165364"/>
                  </a:lnTo>
                  <a:lnTo>
                    <a:pt x="6344291" y="204409"/>
                  </a:lnTo>
                  <a:lnTo>
                    <a:pt x="6363522" y="246331"/>
                  </a:lnTo>
                  <a:lnTo>
                    <a:pt x="6377707" y="290771"/>
                  </a:lnTo>
                  <a:lnTo>
                    <a:pt x="6386483" y="337365"/>
                  </a:lnTo>
                  <a:lnTo>
                    <a:pt x="6389488" y="385754"/>
                  </a:lnTo>
                  <a:lnTo>
                    <a:pt x="6386483" y="434142"/>
                  </a:lnTo>
                  <a:lnTo>
                    <a:pt x="6377707" y="480736"/>
                  </a:lnTo>
                  <a:lnTo>
                    <a:pt x="6363522" y="525176"/>
                  </a:lnTo>
                  <a:lnTo>
                    <a:pt x="6344291" y="567099"/>
                  </a:lnTo>
                  <a:lnTo>
                    <a:pt x="6320374" y="606143"/>
                  </a:lnTo>
                  <a:lnTo>
                    <a:pt x="6292132" y="641948"/>
                  </a:lnTo>
                  <a:lnTo>
                    <a:pt x="6259928" y="674152"/>
                  </a:lnTo>
                  <a:lnTo>
                    <a:pt x="6224123" y="702393"/>
                  </a:lnTo>
                  <a:lnTo>
                    <a:pt x="6185078" y="726310"/>
                  </a:lnTo>
                  <a:lnTo>
                    <a:pt x="6143156" y="745542"/>
                  </a:lnTo>
                  <a:lnTo>
                    <a:pt x="6098716" y="759726"/>
                  </a:lnTo>
                  <a:lnTo>
                    <a:pt x="6052122" y="768502"/>
                  </a:lnTo>
                  <a:lnTo>
                    <a:pt x="6003733" y="771507"/>
                  </a:lnTo>
                  <a:lnTo>
                    <a:pt x="385753" y="771507"/>
                  </a:lnTo>
                  <a:lnTo>
                    <a:pt x="337365" y="768502"/>
                  </a:lnTo>
                  <a:lnTo>
                    <a:pt x="290771" y="759726"/>
                  </a:lnTo>
                  <a:lnTo>
                    <a:pt x="246331" y="745542"/>
                  </a:lnTo>
                  <a:lnTo>
                    <a:pt x="204409" y="726310"/>
                  </a:lnTo>
                  <a:lnTo>
                    <a:pt x="165364" y="702393"/>
                  </a:lnTo>
                  <a:lnTo>
                    <a:pt x="129559" y="674152"/>
                  </a:lnTo>
                  <a:lnTo>
                    <a:pt x="97355" y="641948"/>
                  </a:lnTo>
                  <a:lnTo>
                    <a:pt x="69114" y="606143"/>
                  </a:lnTo>
                  <a:lnTo>
                    <a:pt x="45197" y="567098"/>
                  </a:lnTo>
                  <a:lnTo>
                    <a:pt x="25965" y="525176"/>
                  </a:lnTo>
                  <a:lnTo>
                    <a:pt x="11781" y="480736"/>
                  </a:lnTo>
                  <a:lnTo>
                    <a:pt x="3005" y="434142"/>
                  </a:lnTo>
                  <a:lnTo>
                    <a:pt x="0" y="385754"/>
                  </a:lnTo>
                  <a:lnTo>
                    <a:pt x="3005" y="337365"/>
                  </a:lnTo>
                  <a:lnTo>
                    <a:pt x="11781" y="290771"/>
                  </a:lnTo>
                  <a:lnTo>
                    <a:pt x="25965" y="246331"/>
                  </a:lnTo>
                  <a:lnTo>
                    <a:pt x="45197" y="204409"/>
                  </a:lnTo>
                  <a:lnTo>
                    <a:pt x="69114" y="165364"/>
                  </a:lnTo>
                  <a:lnTo>
                    <a:pt x="97355" y="129559"/>
                  </a:lnTo>
                  <a:lnTo>
                    <a:pt x="129559" y="97355"/>
                  </a:lnTo>
                  <a:lnTo>
                    <a:pt x="165364" y="69114"/>
                  </a:lnTo>
                  <a:lnTo>
                    <a:pt x="204409" y="45197"/>
                  </a:lnTo>
                  <a:lnTo>
                    <a:pt x="246331" y="25965"/>
                  </a:lnTo>
                  <a:lnTo>
                    <a:pt x="290771" y="11781"/>
                  </a:lnTo>
                  <a:lnTo>
                    <a:pt x="337365" y="3005"/>
                  </a:lnTo>
                  <a:lnTo>
                    <a:pt x="385753" y="0"/>
                  </a:lnTo>
                  <a:lnTo>
                    <a:pt x="6003733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5960" y="6334674"/>
              <a:ext cx="1797960" cy="7715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95959" y="6334673"/>
              <a:ext cx="1798320" cy="771525"/>
            </a:xfrm>
            <a:custGeom>
              <a:avLst/>
              <a:gdLst/>
              <a:ahLst/>
              <a:cxnLst/>
              <a:rect l="l" t="t" r="r" b="b"/>
              <a:pathLst>
                <a:path w="1798320" h="771525">
                  <a:moveTo>
                    <a:pt x="1412106" y="0"/>
                  </a:moveTo>
                  <a:lnTo>
                    <a:pt x="1460499" y="2989"/>
                  </a:lnTo>
                  <a:lnTo>
                    <a:pt x="1507100" y="11755"/>
                  </a:lnTo>
                  <a:lnTo>
                    <a:pt x="1551548" y="25931"/>
                  </a:lnTo>
                  <a:lnTo>
                    <a:pt x="1593481" y="45157"/>
                  </a:lnTo>
                  <a:lnTo>
                    <a:pt x="1632536" y="69071"/>
                  </a:lnTo>
                  <a:lnTo>
                    <a:pt x="1668353" y="97312"/>
                  </a:lnTo>
                  <a:lnTo>
                    <a:pt x="1700568" y="129518"/>
                  </a:lnTo>
                  <a:lnTo>
                    <a:pt x="1728820" y="165328"/>
                  </a:lnTo>
                  <a:lnTo>
                    <a:pt x="1752747" y="204379"/>
                  </a:lnTo>
                  <a:lnTo>
                    <a:pt x="1771986" y="246311"/>
                  </a:lnTo>
                  <a:lnTo>
                    <a:pt x="1786176" y="290762"/>
                  </a:lnTo>
                  <a:lnTo>
                    <a:pt x="1794954" y="337368"/>
                  </a:lnTo>
                  <a:lnTo>
                    <a:pt x="1797960" y="385769"/>
                  </a:lnTo>
                  <a:lnTo>
                    <a:pt x="1794951" y="434169"/>
                  </a:lnTo>
                  <a:lnTo>
                    <a:pt x="1786170" y="480775"/>
                  </a:lnTo>
                  <a:lnTo>
                    <a:pt x="1771977" y="525223"/>
                  </a:lnTo>
                  <a:lnTo>
                    <a:pt x="1752736" y="567153"/>
                  </a:lnTo>
                  <a:lnTo>
                    <a:pt x="1728808" y="606202"/>
                  </a:lnTo>
                  <a:lnTo>
                    <a:pt x="1700555" y="642009"/>
                  </a:lnTo>
                  <a:lnTo>
                    <a:pt x="1668340" y="674212"/>
                  </a:lnTo>
                  <a:lnTo>
                    <a:pt x="1632524" y="702450"/>
                  </a:lnTo>
                  <a:lnTo>
                    <a:pt x="1593469" y="726362"/>
                  </a:lnTo>
                  <a:lnTo>
                    <a:pt x="1551538" y="745585"/>
                  </a:lnTo>
                  <a:lnTo>
                    <a:pt x="1507092" y="759760"/>
                  </a:lnTo>
                  <a:lnTo>
                    <a:pt x="1460494" y="768525"/>
                  </a:lnTo>
                  <a:lnTo>
                    <a:pt x="1412106" y="771524"/>
                  </a:lnTo>
                  <a:lnTo>
                    <a:pt x="385735" y="771523"/>
                  </a:lnTo>
                  <a:lnTo>
                    <a:pt x="337347" y="768514"/>
                  </a:lnTo>
                  <a:lnTo>
                    <a:pt x="290753" y="759735"/>
                  </a:lnTo>
                  <a:lnTo>
                    <a:pt x="246314" y="745548"/>
                  </a:lnTo>
                  <a:lnTo>
                    <a:pt x="204393" y="726314"/>
                  </a:lnTo>
                  <a:lnTo>
                    <a:pt x="165351" y="702395"/>
                  </a:lnTo>
                  <a:lnTo>
                    <a:pt x="129548" y="674153"/>
                  </a:lnTo>
                  <a:lnTo>
                    <a:pt x="97347" y="641949"/>
                  </a:lnTo>
                  <a:lnTo>
                    <a:pt x="69108" y="606144"/>
                  </a:lnTo>
                  <a:lnTo>
                    <a:pt x="45193" y="567100"/>
                  </a:lnTo>
                  <a:lnTo>
                    <a:pt x="25963" y="525178"/>
                  </a:lnTo>
                  <a:lnTo>
                    <a:pt x="11780" y="480740"/>
                  </a:lnTo>
                  <a:lnTo>
                    <a:pt x="3005" y="434148"/>
                  </a:lnTo>
                  <a:lnTo>
                    <a:pt x="0" y="385762"/>
                  </a:lnTo>
                  <a:lnTo>
                    <a:pt x="3005" y="337376"/>
                  </a:lnTo>
                  <a:lnTo>
                    <a:pt x="11779" y="290783"/>
                  </a:lnTo>
                  <a:lnTo>
                    <a:pt x="25962" y="246345"/>
                  </a:lnTo>
                  <a:lnTo>
                    <a:pt x="45192" y="204423"/>
                  </a:lnTo>
                  <a:lnTo>
                    <a:pt x="69107" y="165379"/>
                  </a:lnTo>
                  <a:lnTo>
                    <a:pt x="97346" y="129573"/>
                  </a:lnTo>
                  <a:lnTo>
                    <a:pt x="129547" y="97369"/>
                  </a:lnTo>
                  <a:lnTo>
                    <a:pt x="165351" y="69126"/>
                  </a:lnTo>
                  <a:lnTo>
                    <a:pt x="204394" y="45207"/>
                  </a:lnTo>
                  <a:lnTo>
                    <a:pt x="246315" y="25973"/>
                  </a:lnTo>
                  <a:lnTo>
                    <a:pt x="290754" y="11785"/>
                  </a:lnTo>
                  <a:lnTo>
                    <a:pt x="337349" y="3007"/>
                  </a:lnTo>
                  <a:lnTo>
                    <a:pt x="385737" y="0"/>
                  </a:lnTo>
                  <a:lnTo>
                    <a:pt x="1412106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851361" y="6480652"/>
            <a:ext cx="111760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75">
                <a:solidFill>
                  <a:srgbClr val="EBF5FE"/>
                </a:solidFill>
                <a:latin typeface="Arial Black"/>
                <a:cs typeface="Arial Black"/>
              </a:rPr>
              <a:t>Sesion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30051" y="6480652"/>
            <a:ext cx="52959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40">
                <a:solidFill>
                  <a:srgbClr val="EBF5FE"/>
                </a:solidFill>
                <a:latin typeface="Arial Black"/>
                <a:cs typeface="Arial Black"/>
              </a:rPr>
              <a:t>03.</a:t>
            </a:r>
            <a:endParaRPr sz="2650">
              <a:latin typeface="Arial Black"/>
              <a:cs typeface="Arial Black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0865" y="2229433"/>
            <a:ext cx="6619874" cy="46005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27020" y="8790480"/>
            <a:ext cx="4600575" cy="466090"/>
            <a:chOff x="1727020" y="8790480"/>
            <a:chExt cx="4600575" cy="466090"/>
          </a:xfrm>
        </p:grpSpPr>
        <p:sp>
          <p:nvSpPr>
            <p:cNvPr id="5" name="object 5"/>
            <p:cNvSpPr/>
            <p:nvPr/>
          </p:nvSpPr>
          <p:spPr>
            <a:xfrm>
              <a:off x="1731558" y="8795002"/>
              <a:ext cx="4591685" cy="457200"/>
            </a:xfrm>
            <a:custGeom>
              <a:avLst/>
              <a:gdLst/>
              <a:ahLst/>
              <a:cxnLst/>
              <a:rect l="l" t="t" r="r" b="b"/>
              <a:pathLst>
                <a:path w="4591685" h="457200">
                  <a:moveTo>
                    <a:pt x="4498924" y="456743"/>
                  </a:moveTo>
                  <a:lnTo>
                    <a:pt x="92574" y="456743"/>
                  </a:lnTo>
                  <a:lnTo>
                    <a:pt x="56667" y="449578"/>
                  </a:lnTo>
                  <a:lnTo>
                    <a:pt x="27227" y="429949"/>
                  </a:lnTo>
                  <a:lnTo>
                    <a:pt x="7317" y="400653"/>
                  </a:lnTo>
                  <a:lnTo>
                    <a:pt x="0" y="364490"/>
                  </a:lnTo>
                  <a:lnTo>
                    <a:pt x="0" y="92253"/>
                  </a:lnTo>
                  <a:lnTo>
                    <a:pt x="7317" y="56471"/>
                  </a:lnTo>
                  <a:lnTo>
                    <a:pt x="27227" y="27133"/>
                  </a:lnTo>
                  <a:lnTo>
                    <a:pt x="56667" y="7292"/>
                  </a:lnTo>
                  <a:lnTo>
                    <a:pt x="92574" y="0"/>
                  </a:lnTo>
                  <a:lnTo>
                    <a:pt x="4498924" y="0"/>
                  </a:lnTo>
                  <a:lnTo>
                    <a:pt x="4534831" y="7292"/>
                  </a:lnTo>
                  <a:lnTo>
                    <a:pt x="4564271" y="27133"/>
                  </a:lnTo>
                  <a:lnTo>
                    <a:pt x="4584181" y="56471"/>
                  </a:lnTo>
                  <a:lnTo>
                    <a:pt x="4591498" y="92253"/>
                  </a:lnTo>
                  <a:lnTo>
                    <a:pt x="4591498" y="364490"/>
                  </a:lnTo>
                  <a:lnTo>
                    <a:pt x="4584308" y="400653"/>
                  </a:lnTo>
                  <a:lnTo>
                    <a:pt x="4564611" y="429949"/>
                  </a:lnTo>
                  <a:lnTo>
                    <a:pt x="4535213" y="449578"/>
                  </a:lnTo>
                  <a:lnTo>
                    <a:pt x="4498924" y="456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27020" y="8790480"/>
              <a:ext cx="4600575" cy="466090"/>
            </a:xfrm>
            <a:custGeom>
              <a:avLst/>
              <a:gdLst/>
              <a:ahLst/>
              <a:cxnLst/>
              <a:rect l="l" t="t" r="r" b="b"/>
              <a:pathLst>
                <a:path w="4600575" h="466090">
                  <a:moveTo>
                    <a:pt x="4503462" y="465787"/>
                  </a:moveTo>
                  <a:lnTo>
                    <a:pt x="97112" y="465787"/>
                  </a:lnTo>
                  <a:lnTo>
                    <a:pt x="59347" y="458170"/>
                  </a:lnTo>
                  <a:lnTo>
                    <a:pt x="28475" y="437410"/>
                  </a:lnTo>
                  <a:lnTo>
                    <a:pt x="7643" y="406645"/>
                  </a:lnTo>
                  <a:lnTo>
                    <a:pt x="0" y="369012"/>
                  </a:lnTo>
                  <a:lnTo>
                    <a:pt x="0" y="96775"/>
                  </a:lnTo>
                  <a:lnTo>
                    <a:pt x="7643" y="59142"/>
                  </a:lnTo>
                  <a:lnTo>
                    <a:pt x="28475" y="28376"/>
                  </a:lnTo>
                  <a:lnTo>
                    <a:pt x="59347" y="7617"/>
                  </a:lnTo>
                  <a:lnTo>
                    <a:pt x="97112" y="0"/>
                  </a:lnTo>
                  <a:lnTo>
                    <a:pt x="4503462" y="0"/>
                  </a:lnTo>
                  <a:lnTo>
                    <a:pt x="4541226" y="7617"/>
                  </a:lnTo>
                  <a:lnTo>
                    <a:pt x="4543349" y="9044"/>
                  </a:lnTo>
                  <a:lnTo>
                    <a:pt x="97112" y="9044"/>
                  </a:lnTo>
                  <a:lnTo>
                    <a:pt x="79286" y="10839"/>
                  </a:lnTo>
                  <a:lnTo>
                    <a:pt x="34488" y="34368"/>
                  </a:lnTo>
                  <a:lnTo>
                    <a:pt x="10876" y="79011"/>
                  </a:lnTo>
                  <a:lnTo>
                    <a:pt x="9075" y="96775"/>
                  </a:lnTo>
                  <a:lnTo>
                    <a:pt x="9075" y="369012"/>
                  </a:lnTo>
                  <a:lnTo>
                    <a:pt x="10864" y="386776"/>
                  </a:lnTo>
                  <a:lnTo>
                    <a:pt x="10876" y="386903"/>
                  </a:lnTo>
                  <a:lnTo>
                    <a:pt x="15892" y="403268"/>
                  </a:lnTo>
                  <a:lnTo>
                    <a:pt x="15996" y="403607"/>
                  </a:lnTo>
                  <a:lnTo>
                    <a:pt x="47719" y="441862"/>
                  </a:lnTo>
                  <a:lnTo>
                    <a:pt x="97112" y="456743"/>
                  </a:lnTo>
                  <a:lnTo>
                    <a:pt x="4503462" y="456743"/>
                  </a:lnTo>
                  <a:lnTo>
                    <a:pt x="4503462" y="465787"/>
                  </a:lnTo>
                  <a:close/>
                </a:path>
                <a:path w="4600575" h="466090">
                  <a:moveTo>
                    <a:pt x="4503462" y="465787"/>
                  </a:moveTo>
                  <a:lnTo>
                    <a:pt x="4503462" y="456743"/>
                  </a:lnTo>
                  <a:lnTo>
                    <a:pt x="4521288" y="455075"/>
                  </a:lnTo>
                  <a:lnTo>
                    <a:pt x="4537837" y="450185"/>
                  </a:lnTo>
                  <a:lnTo>
                    <a:pt x="4576566" y="418233"/>
                  </a:lnTo>
                  <a:lnTo>
                    <a:pt x="4591498" y="369012"/>
                  </a:lnTo>
                  <a:lnTo>
                    <a:pt x="4591498" y="96775"/>
                  </a:lnTo>
                  <a:lnTo>
                    <a:pt x="4576948" y="47553"/>
                  </a:lnTo>
                  <a:lnTo>
                    <a:pt x="4537837" y="15940"/>
                  </a:lnTo>
                  <a:lnTo>
                    <a:pt x="4503462" y="9044"/>
                  </a:lnTo>
                  <a:lnTo>
                    <a:pt x="4543349" y="9044"/>
                  </a:lnTo>
                  <a:lnTo>
                    <a:pt x="4572099" y="28376"/>
                  </a:lnTo>
                  <a:lnTo>
                    <a:pt x="4592931" y="59142"/>
                  </a:lnTo>
                  <a:lnTo>
                    <a:pt x="4600574" y="96775"/>
                  </a:lnTo>
                  <a:lnTo>
                    <a:pt x="4600574" y="369012"/>
                  </a:lnTo>
                  <a:lnTo>
                    <a:pt x="4592931" y="406645"/>
                  </a:lnTo>
                  <a:lnTo>
                    <a:pt x="4572099" y="437410"/>
                  </a:lnTo>
                  <a:lnTo>
                    <a:pt x="4541226" y="458170"/>
                  </a:lnTo>
                  <a:lnTo>
                    <a:pt x="4503462" y="46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8024" y="8956897"/>
              <a:ext cx="133415" cy="1320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8587" y="8906249"/>
              <a:ext cx="233023" cy="23311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496143" y="8847721"/>
            <a:ext cx="306133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-25">
                <a:solidFill>
                  <a:srgbClr val="3C66BE"/>
                </a:solidFill>
                <a:latin typeface="Lucida Sans Unicode"/>
                <a:cs typeface="Lucida Sans Unicode"/>
              </a:rPr>
              <a:t>Aquila_Guard_Prototipo.html</a:t>
            </a:r>
            <a:endParaRPr sz="1750">
              <a:latin typeface="Lucida Sans Unicode"/>
              <a:cs typeface="Lucida Sans Unicode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72249" y="9671249"/>
            <a:ext cx="615749" cy="615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293" y="948670"/>
            <a:ext cx="380999" cy="38099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6784282" y="901953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344182" y="238975"/>
                </a:moveTo>
                <a:lnTo>
                  <a:pt x="344043" y="238645"/>
                </a:lnTo>
                <a:lnTo>
                  <a:pt x="344043" y="237718"/>
                </a:lnTo>
                <a:lnTo>
                  <a:pt x="343369" y="237058"/>
                </a:lnTo>
                <a:lnTo>
                  <a:pt x="342519" y="235000"/>
                </a:lnTo>
                <a:lnTo>
                  <a:pt x="246075" y="138493"/>
                </a:lnTo>
                <a:lnTo>
                  <a:pt x="239776" y="138493"/>
                </a:lnTo>
                <a:lnTo>
                  <a:pt x="231952" y="146253"/>
                </a:lnTo>
                <a:lnTo>
                  <a:pt x="231952" y="152552"/>
                </a:lnTo>
                <a:lnTo>
                  <a:pt x="312674" y="233273"/>
                </a:lnTo>
                <a:lnTo>
                  <a:pt x="136766" y="233273"/>
                </a:lnTo>
                <a:lnTo>
                  <a:pt x="132321" y="237718"/>
                </a:lnTo>
                <a:lnTo>
                  <a:pt x="132321" y="248729"/>
                </a:lnTo>
                <a:lnTo>
                  <a:pt x="136766" y="253174"/>
                </a:lnTo>
                <a:lnTo>
                  <a:pt x="312648" y="253174"/>
                </a:lnTo>
                <a:lnTo>
                  <a:pt x="231952" y="333819"/>
                </a:lnTo>
                <a:lnTo>
                  <a:pt x="231952" y="340131"/>
                </a:lnTo>
                <a:lnTo>
                  <a:pt x="237794" y="345960"/>
                </a:lnTo>
                <a:lnTo>
                  <a:pt x="240372" y="346964"/>
                </a:lnTo>
                <a:lnTo>
                  <a:pt x="242900" y="346964"/>
                </a:lnTo>
                <a:lnTo>
                  <a:pt x="245414" y="346964"/>
                </a:lnTo>
                <a:lnTo>
                  <a:pt x="248005" y="345960"/>
                </a:lnTo>
                <a:lnTo>
                  <a:pt x="342519" y="251510"/>
                </a:lnTo>
                <a:lnTo>
                  <a:pt x="343382" y="249389"/>
                </a:lnTo>
                <a:lnTo>
                  <a:pt x="344043" y="248729"/>
                </a:lnTo>
                <a:lnTo>
                  <a:pt x="344043" y="247802"/>
                </a:lnTo>
                <a:lnTo>
                  <a:pt x="344182" y="247459"/>
                </a:lnTo>
                <a:lnTo>
                  <a:pt x="344182" y="238975"/>
                </a:lnTo>
                <a:close/>
              </a:path>
              <a:path w="474980" h="474980">
                <a:moveTo>
                  <a:pt x="474840" y="237451"/>
                </a:moveTo>
                <a:lnTo>
                  <a:pt x="470014" y="189649"/>
                </a:lnTo>
                <a:lnTo>
                  <a:pt x="456171" y="145110"/>
                </a:lnTo>
                <a:lnTo>
                  <a:pt x="454952" y="142875"/>
                </a:lnTo>
                <a:lnTo>
                  <a:pt x="454952" y="237451"/>
                </a:lnTo>
                <a:lnTo>
                  <a:pt x="449199" y="287286"/>
                </a:lnTo>
                <a:lnTo>
                  <a:pt x="432816" y="333057"/>
                </a:lnTo>
                <a:lnTo>
                  <a:pt x="407123" y="373456"/>
                </a:lnTo>
                <a:lnTo>
                  <a:pt x="373430" y="407162"/>
                </a:lnTo>
                <a:lnTo>
                  <a:pt x="333044" y="432866"/>
                </a:lnTo>
                <a:lnTo>
                  <a:pt x="287286" y="449249"/>
                </a:lnTo>
                <a:lnTo>
                  <a:pt x="237451" y="455002"/>
                </a:lnTo>
                <a:lnTo>
                  <a:pt x="187629" y="449249"/>
                </a:lnTo>
                <a:lnTo>
                  <a:pt x="141859" y="432866"/>
                </a:lnTo>
                <a:lnTo>
                  <a:pt x="101460" y="407162"/>
                </a:lnTo>
                <a:lnTo>
                  <a:pt x="67741" y="373456"/>
                </a:lnTo>
                <a:lnTo>
                  <a:pt x="42037" y="333057"/>
                </a:lnTo>
                <a:lnTo>
                  <a:pt x="25654" y="287286"/>
                </a:lnTo>
                <a:lnTo>
                  <a:pt x="19900" y="237451"/>
                </a:lnTo>
                <a:lnTo>
                  <a:pt x="25654" y="187617"/>
                </a:lnTo>
                <a:lnTo>
                  <a:pt x="42037" y="141846"/>
                </a:lnTo>
                <a:lnTo>
                  <a:pt x="67741" y="101447"/>
                </a:lnTo>
                <a:lnTo>
                  <a:pt x="101460" y="67741"/>
                </a:lnTo>
                <a:lnTo>
                  <a:pt x="141859" y="42037"/>
                </a:lnTo>
                <a:lnTo>
                  <a:pt x="187629" y="25641"/>
                </a:lnTo>
                <a:lnTo>
                  <a:pt x="237451" y="19888"/>
                </a:lnTo>
                <a:lnTo>
                  <a:pt x="287261" y="25641"/>
                </a:lnTo>
                <a:lnTo>
                  <a:pt x="333019" y="42037"/>
                </a:lnTo>
                <a:lnTo>
                  <a:pt x="373405" y="67741"/>
                </a:lnTo>
                <a:lnTo>
                  <a:pt x="407111" y="101447"/>
                </a:lnTo>
                <a:lnTo>
                  <a:pt x="432803" y="141846"/>
                </a:lnTo>
                <a:lnTo>
                  <a:pt x="449199" y="187617"/>
                </a:lnTo>
                <a:lnTo>
                  <a:pt x="454952" y="237451"/>
                </a:lnTo>
                <a:lnTo>
                  <a:pt x="454952" y="142875"/>
                </a:lnTo>
                <a:lnTo>
                  <a:pt x="434263" y="104775"/>
                </a:lnTo>
                <a:lnTo>
                  <a:pt x="405257" y="69621"/>
                </a:lnTo>
                <a:lnTo>
                  <a:pt x="370103" y="40601"/>
                </a:lnTo>
                <a:lnTo>
                  <a:pt x="332003" y="19888"/>
                </a:lnTo>
                <a:lnTo>
                  <a:pt x="285254" y="4826"/>
                </a:lnTo>
                <a:lnTo>
                  <a:pt x="237451" y="0"/>
                </a:lnTo>
                <a:lnTo>
                  <a:pt x="189687" y="4826"/>
                </a:lnTo>
                <a:lnTo>
                  <a:pt x="145148" y="18681"/>
                </a:lnTo>
                <a:lnTo>
                  <a:pt x="104813" y="40601"/>
                </a:lnTo>
                <a:lnTo>
                  <a:pt x="69659" y="69621"/>
                </a:lnTo>
                <a:lnTo>
                  <a:pt x="40640" y="104775"/>
                </a:lnTo>
                <a:lnTo>
                  <a:pt x="18707" y="145110"/>
                </a:lnTo>
                <a:lnTo>
                  <a:pt x="4838" y="189649"/>
                </a:lnTo>
                <a:lnTo>
                  <a:pt x="0" y="237451"/>
                </a:lnTo>
                <a:lnTo>
                  <a:pt x="4838" y="285216"/>
                </a:lnTo>
                <a:lnTo>
                  <a:pt x="18694" y="329755"/>
                </a:lnTo>
                <a:lnTo>
                  <a:pt x="40614" y="370065"/>
                </a:lnTo>
                <a:lnTo>
                  <a:pt x="69634" y="405218"/>
                </a:lnTo>
                <a:lnTo>
                  <a:pt x="104787" y="434238"/>
                </a:lnTo>
                <a:lnTo>
                  <a:pt x="145122" y="456145"/>
                </a:lnTo>
                <a:lnTo>
                  <a:pt x="189661" y="470001"/>
                </a:lnTo>
                <a:lnTo>
                  <a:pt x="237464" y="474840"/>
                </a:lnTo>
                <a:lnTo>
                  <a:pt x="238112" y="474840"/>
                </a:lnTo>
                <a:lnTo>
                  <a:pt x="285889" y="470001"/>
                </a:lnTo>
                <a:lnTo>
                  <a:pt x="285445" y="470001"/>
                </a:lnTo>
                <a:lnTo>
                  <a:pt x="329882" y="456145"/>
                </a:lnTo>
                <a:lnTo>
                  <a:pt x="331978" y="455002"/>
                </a:lnTo>
                <a:lnTo>
                  <a:pt x="370154" y="434238"/>
                </a:lnTo>
                <a:lnTo>
                  <a:pt x="405269" y="405218"/>
                </a:lnTo>
                <a:lnTo>
                  <a:pt x="434263" y="370065"/>
                </a:lnTo>
                <a:lnTo>
                  <a:pt x="456171" y="329755"/>
                </a:lnTo>
                <a:lnTo>
                  <a:pt x="470014" y="285216"/>
                </a:lnTo>
                <a:lnTo>
                  <a:pt x="474840" y="237451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1819593" y="1440181"/>
            <a:ext cx="8326755" cy="9734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200" spc="-270"/>
              <a:t>MAPA</a:t>
            </a:r>
            <a:r>
              <a:rPr dirty="0" sz="6200" spc="-270">
                <a:latin typeface="Arial Black"/>
                <a:cs typeface="Arial Black"/>
              </a:rPr>
              <a:t>DEL</a:t>
            </a:r>
            <a:r>
              <a:rPr dirty="0" sz="6200" spc="-1165">
                <a:latin typeface="Arial Black"/>
                <a:cs typeface="Arial Black"/>
              </a:rPr>
              <a:t> </a:t>
            </a:r>
            <a:r>
              <a:rPr dirty="0" sz="6200" spc="-475">
                <a:latin typeface="Arial Black"/>
                <a:cs typeface="Arial Black"/>
              </a:rPr>
              <a:t>PRODUCTO</a:t>
            </a:r>
            <a:endParaRPr sz="62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621913"/>
            <a:ext cx="2914650" cy="385445"/>
          </a:xfrm>
          <a:custGeom>
            <a:avLst/>
            <a:gdLst/>
            <a:ahLst/>
            <a:cxnLst/>
            <a:rect l="l" t="t" r="r" b="b"/>
            <a:pathLst>
              <a:path w="2914650" h="385444">
                <a:moveTo>
                  <a:pt x="1011623" y="271136"/>
                </a:moveTo>
                <a:lnTo>
                  <a:pt x="956865" y="271136"/>
                </a:lnTo>
                <a:lnTo>
                  <a:pt x="1145913" y="81209"/>
                </a:lnTo>
                <a:lnTo>
                  <a:pt x="2714358" y="81209"/>
                </a:lnTo>
                <a:lnTo>
                  <a:pt x="2718394" y="67170"/>
                </a:lnTo>
                <a:lnTo>
                  <a:pt x="2741738" y="30126"/>
                </a:lnTo>
                <a:lnTo>
                  <a:pt x="2773681" y="8186"/>
                </a:lnTo>
                <a:lnTo>
                  <a:pt x="2813446" y="0"/>
                </a:lnTo>
                <a:lnTo>
                  <a:pt x="2833634" y="2128"/>
                </a:lnTo>
                <a:lnTo>
                  <a:pt x="2852722" y="8186"/>
                </a:lnTo>
                <a:lnTo>
                  <a:pt x="2870099" y="17682"/>
                </a:lnTo>
                <a:lnTo>
                  <a:pt x="2885154" y="30126"/>
                </a:lnTo>
                <a:lnTo>
                  <a:pt x="2892755" y="39295"/>
                </a:lnTo>
                <a:lnTo>
                  <a:pt x="2812142" y="39295"/>
                </a:lnTo>
                <a:lnTo>
                  <a:pt x="2799715" y="40502"/>
                </a:lnTo>
                <a:lnTo>
                  <a:pt x="2760011" y="67170"/>
                </a:lnTo>
                <a:lnTo>
                  <a:pt x="2749561" y="102167"/>
                </a:lnTo>
                <a:lnTo>
                  <a:pt x="2750763" y="114651"/>
                </a:lnTo>
                <a:lnTo>
                  <a:pt x="2752519" y="120505"/>
                </a:lnTo>
                <a:lnTo>
                  <a:pt x="1162862" y="120505"/>
                </a:lnTo>
                <a:lnTo>
                  <a:pt x="1011623" y="271136"/>
                </a:lnTo>
                <a:close/>
              </a:path>
              <a:path w="2914650" h="385444">
                <a:moveTo>
                  <a:pt x="2892662" y="165039"/>
                </a:moveTo>
                <a:lnTo>
                  <a:pt x="2812142" y="165039"/>
                </a:lnTo>
                <a:lnTo>
                  <a:pt x="2824568" y="163831"/>
                </a:lnTo>
                <a:lnTo>
                  <a:pt x="2836262" y="160291"/>
                </a:lnTo>
                <a:lnTo>
                  <a:pt x="2869997" y="126399"/>
                </a:lnTo>
                <a:lnTo>
                  <a:pt x="2874723" y="102167"/>
                </a:lnTo>
                <a:lnTo>
                  <a:pt x="2873521" y="89682"/>
                </a:lnTo>
                <a:lnTo>
                  <a:pt x="2846977" y="49794"/>
                </a:lnTo>
                <a:lnTo>
                  <a:pt x="2812142" y="39295"/>
                </a:lnTo>
                <a:lnTo>
                  <a:pt x="2892755" y="39295"/>
                </a:lnTo>
                <a:lnTo>
                  <a:pt x="2897539" y="45066"/>
                </a:lnTo>
                <a:lnTo>
                  <a:pt x="2906992" y="62217"/>
                </a:lnTo>
                <a:lnTo>
                  <a:pt x="2912983" y="81209"/>
                </a:lnTo>
                <a:lnTo>
                  <a:pt x="2914649" y="97339"/>
                </a:lnTo>
                <a:lnTo>
                  <a:pt x="2914649" y="106866"/>
                </a:lnTo>
                <a:lnTo>
                  <a:pt x="2913022" y="122449"/>
                </a:lnTo>
                <a:lnTo>
                  <a:pt x="2906992" y="141626"/>
                </a:lnTo>
                <a:lnTo>
                  <a:pt x="2897539" y="159083"/>
                </a:lnTo>
                <a:lnTo>
                  <a:pt x="2892662" y="165039"/>
                </a:lnTo>
                <a:close/>
              </a:path>
              <a:path w="2914650" h="385444">
                <a:moveTo>
                  <a:pt x="2813446" y="204334"/>
                </a:moveTo>
                <a:lnTo>
                  <a:pt x="2774169" y="196148"/>
                </a:lnTo>
                <a:lnTo>
                  <a:pt x="2741738" y="174208"/>
                </a:lnTo>
                <a:lnTo>
                  <a:pt x="2717720" y="135711"/>
                </a:lnTo>
                <a:lnTo>
                  <a:pt x="2714358" y="120505"/>
                </a:lnTo>
                <a:lnTo>
                  <a:pt x="2752519" y="120505"/>
                </a:lnTo>
                <a:lnTo>
                  <a:pt x="2754287" y="126399"/>
                </a:lnTo>
                <a:lnTo>
                  <a:pt x="2760011" y="137164"/>
                </a:lnTo>
                <a:lnTo>
                  <a:pt x="2799715" y="163831"/>
                </a:lnTo>
                <a:lnTo>
                  <a:pt x="2812142" y="165039"/>
                </a:lnTo>
                <a:lnTo>
                  <a:pt x="2892662" y="165039"/>
                </a:lnTo>
                <a:lnTo>
                  <a:pt x="2885154" y="174208"/>
                </a:lnTo>
                <a:lnTo>
                  <a:pt x="2870282" y="186651"/>
                </a:lnTo>
                <a:lnTo>
                  <a:pt x="2853211" y="196148"/>
                </a:lnTo>
                <a:lnTo>
                  <a:pt x="2834184" y="202205"/>
                </a:lnTo>
                <a:lnTo>
                  <a:pt x="2813446" y="204334"/>
                </a:lnTo>
                <a:close/>
              </a:path>
              <a:path w="2914650" h="385444">
                <a:moveTo>
                  <a:pt x="0" y="384983"/>
                </a:moveTo>
                <a:lnTo>
                  <a:pt x="0" y="327349"/>
                </a:lnTo>
                <a:lnTo>
                  <a:pt x="18144" y="309121"/>
                </a:lnTo>
                <a:lnTo>
                  <a:pt x="0" y="309121"/>
                </a:lnTo>
                <a:lnTo>
                  <a:pt x="0" y="271136"/>
                </a:lnTo>
                <a:lnTo>
                  <a:pt x="2398844" y="271136"/>
                </a:lnTo>
                <a:lnTo>
                  <a:pt x="2398844" y="310431"/>
                </a:lnTo>
                <a:lnTo>
                  <a:pt x="74206" y="310431"/>
                </a:lnTo>
                <a:lnTo>
                  <a:pt x="0" y="384983"/>
                </a:lnTo>
                <a:close/>
              </a:path>
            </a:pathLst>
          </a:custGeom>
          <a:solidFill>
            <a:srgbClr val="40ABE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240505" y="2972410"/>
            <a:ext cx="5810250" cy="589915"/>
            <a:chOff x="6240505" y="2972410"/>
            <a:chExt cx="5810250" cy="589915"/>
          </a:xfrm>
        </p:grpSpPr>
        <p:sp>
          <p:nvSpPr>
            <p:cNvPr id="5" name="object 5"/>
            <p:cNvSpPr/>
            <p:nvPr/>
          </p:nvSpPr>
          <p:spPr>
            <a:xfrm>
              <a:off x="6246236" y="2978132"/>
              <a:ext cx="5798820" cy="578485"/>
            </a:xfrm>
            <a:custGeom>
              <a:avLst/>
              <a:gdLst/>
              <a:ahLst/>
              <a:cxnLst/>
              <a:rect l="l" t="t" r="r" b="b"/>
              <a:pathLst>
                <a:path w="5798820" h="578485">
                  <a:moveTo>
                    <a:pt x="5681872" y="577938"/>
                  </a:moveTo>
                  <a:lnTo>
                    <a:pt x="116915" y="577938"/>
                  </a:lnTo>
                  <a:lnTo>
                    <a:pt x="71567" y="568872"/>
                  </a:lnTo>
                  <a:lnTo>
                    <a:pt x="34386" y="544034"/>
                  </a:lnTo>
                  <a:lnTo>
                    <a:pt x="9241" y="506965"/>
                  </a:lnTo>
                  <a:lnTo>
                    <a:pt x="0" y="461206"/>
                  </a:lnTo>
                  <a:lnTo>
                    <a:pt x="0" y="116732"/>
                  </a:lnTo>
                  <a:lnTo>
                    <a:pt x="9241" y="71455"/>
                  </a:lnTo>
                  <a:lnTo>
                    <a:pt x="34386" y="34332"/>
                  </a:lnTo>
                  <a:lnTo>
                    <a:pt x="71567" y="9226"/>
                  </a:lnTo>
                  <a:lnTo>
                    <a:pt x="116915" y="0"/>
                  </a:lnTo>
                  <a:lnTo>
                    <a:pt x="5681872" y="0"/>
                  </a:lnTo>
                  <a:lnTo>
                    <a:pt x="5727220" y="9226"/>
                  </a:lnTo>
                  <a:lnTo>
                    <a:pt x="5764401" y="34332"/>
                  </a:lnTo>
                  <a:lnTo>
                    <a:pt x="5789546" y="71455"/>
                  </a:lnTo>
                  <a:lnTo>
                    <a:pt x="5798788" y="116732"/>
                  </a:lnTo>
                  <a:lnTo>
                    <a:pt x="5798788" y="461206"/>
                  </a:lnTo>
                  <a:lnTo>
                    <a:pt x="5789707" y="506965"/>
                  </a:lnTo>
                  <a:lnTo>
                    <a:pt x="5764830" y="544034"/>
                  </a:lnTo>
                  <a:lnTo>
                    <a:pt x="5727703" y="568872"/>
                  </a:lnTo>
                  <a:lnTo>
                    <a:pt x="5681872" y="5779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40505" y="2972410"/>
              <a:ext cx="5810250" cy="589915"/>
            </a:xfrm>
            <a:custGeom>
              <a:avLst/>
              <a:gdLst/>
              <a:ahLst/>
              <a:cxnLst/>
              <a:rect l="l" t="t" r="r" b="b"/>
              <a:pathLst>
                <a:path w="5810250" h="589914">
                  <a:moveTo>
                    <a:pt x="5687603" y="589382"/>
                  </a:moveTo>
                  <a:lnTo>
                    <a:pt x="122646" y="589382"/>
                  </a:lnTo>
                  <a:lnTo>
                    <a:pt x="74952" y="579744"/>
                  </a:lnTo>
                  <a:lnTo>
                    <a:pt x="35963" y="553476"/>
                  </a:lnTo>
                  <a:lnTo>
                    <a:pt x="9653" y="514547"/>
                  </a:lnTo>
                  <a:lnTo>
                    <a:pt x="0" y="466928"/>
                  </a:lnTo>
                  <a:lnTo>
                    <a:pt x="0" y="122454"/>
                  </a:lnTo>
                  <a:lnTo>
                    <a:pt x="9653" y="74835"/>
                  </a:lnTo>
                  <a:lnTo>
                    <a:pt x="35963" y="35906"/>
                  </a:lnTo>
                  <a:lnTo>
                    <a:pt x="74952" y="9638"/>
                  </a:lnTo>
                  <a:lnTo>
                    <a:pt x="122646" y="0"/>
                  </a:lnTo>
                  <a:lnTo>
                    <a:pt x="5687603" y="0"/>
                  </a:lnTo>
                  <a:lnTo>
                    <a:pt x="5735297" y="9638"/>
                  </a:lnTo>
                  <a:lnTo>
                    <a:pt x="5737978" y="11444"/>
                  </a:lnTo>
                  <a:lnTo>
                    <a:pt x="122646" y="11444"/>
                  </a:lnTo>
                  <a:lnTo>
                    <a:pt x="100134" y="13715"/>
                  </a:lnTo>
                  <a:lnTo>
                    <a:pt x="60266" y="30273"/>
                  </a:lnTo>
                  <a:lnTo>
                    <a:pt x="30321" y="60172"/>
                  </a:lnTo>
                  <a:lnTo>
                    <a:pt x="13736" y="99976"/>
                  </a:lnTo>
                  <a:lnTo>
                    <a:pt x="11462" y="122454"/>
                  </a:lnTo>
                  <a:lnTo>
                    <a:pt x="11462" y="466928"/>
                  </a:lnTo>
                  <a:lnTo>
                    <a:pt x="20202" y="510702"/>
                  </a:lnTo>
                  <a:lnTo>
                    <a:pt x="43556" y="545894"/>
                  </a:lnTo>
                  <a:lnTo>
                    <a:pt x="79233" y="569212"/>
                  </a:lnTo>
                  <a:lnTo>
                    <a:pt x="122646" y="577938"/>
                  </a:lnTo>
                  <a:lnTo>
                    <a:pt x="5687603" y="577938"/>
                  </a:lnTo>
                  <a:lnTo>
                    <a:pt x="5687603" y="589382"/>
                  </a:lnTo>
                  <a:close/>
                </a:path>
                <a:path w="5810250" h="589914">
                  <a:moveTo>
                    <a:pt x="5687603" y="589382"/>
                  </a:moveTo>
                  <a:lnTo>
                    <a:pt x="5687603" y="577938"/>
                  </a:lnTo>
                  <a:lnTo>
                    <a:pt x="5710116" y="575828"/>
                  </a:lnTo>
                  <a:lnTo>
                    <a:pt x="5731017" y="569641"/>
                  </a:lnTo>
                  <a:lnTo>
                    <a:pt x="5766693" y="545894"/>
                  </a:lnTo>
                  <a:lnTo>
                    <a:pt x="5790047" y="510273"/>
                  </a:lnTo>
                  <a:lnTo>
                    <a:pt x="5798787" y="466928"/>
                  </a:lnTo>
                  <a:lnTo>
                    <a:pt x="5798787" y="122454"/>
                  </a:lnTo>
                  <a:lnTo>
                    <a:pt x="5790477" y="79108"/>
                  </a:lnTo>
                  <a:lnTo>
                    <a:pt x="5766693" y="43488"/>
                  </a:lnTo>
                  <a:lnTo>
                    <a:pt x="5731017" y="20170"/>
                  </a:lnTo>
                  <a:lnTo>
                    <a:pt x="5687603" y="11444"/>
                  </a:lnTo>
                  <a:lnTo>
                    <a:pt x="5737978" y="11444"/>
                  </a:lnTo>
                  <a:lnTo>
                    <a:pt x="5774287" y="35906"/>
                  </a:lnTo>
                  <a:lnTo>
                    <a:pt x="5800597" y="74835"/>
                  </a:lnTo>
                  <a:lnTo>
                    <a:pt x="5810250" y="122454"/>
                  </a:lnTo>
                  <a:lnTo>
                    <a:pt x="5810250" y="466928"/>
                  </a:lnTo>
                  <a:lnTo>
                    <a:pt x="5800597" y="514547"/>
                  </a:lnTo>
                  <a:lnTo>
                    <a:pt x="5774287" y="553476"/>
                  </a:lnTo>
                  <a:lnTo>
                    <a:pt x="5735297" y="579744"/>
                  </a:lnTo>
                  <a:lnTo>
                    <a:pt x="5687603" y="589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22933" y="3182985"/>
              <a:ext cx="168496" cy="1670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31926" y="3118897"/>
              <a:ext cx="294640" cy="295275"/>
            </a:xfrm>
            <a:custGeom>
              <a:avLst/>
              <a:gdLst/>
              <a:ahLst/>
              <a:cxnLst/>
              <a:rect l="l" t="t" r="r" b="b"/>
              <a:pathLst>
                <a:path w="294640" h="295275">
                  <a:moveTo>
                    <a:pt x="110038" y="219731"/>
                  </a:moveTo>
                  <a:lnTo>
                    <a:pt x="66949" y="211040"/>
                  </a:lnTo>
                  <a:lnTo>
                    <a:pt x="67136" y="211040"/>
                  </a:lnTo>
                  <a:lnTo>
                    <a:pt x="32237" y="187543"/>
                  </a:lnTo>
                  <a:lnTo>
                    <a:pt x="8650" y="152620"/>
                  </a:lnTo>
                  <a:lnTo>
                    <a:pt x="0" y="109865"/>
                  </a:lnTo>
                  <a:lnTo>
                    <a:pt x="8650" y="67110"/>
                  </a:lnTo>
                  <a:lnTo>
                    <a:pt x="32237" y="32187"/>
                  </a:lnTo>
                  <a:lnTo>
                    <a:pt x="67215" y="8636"/>
                  </a:lnTo>
                  <a:lnTo>
                    <a:pt x="110038" y="0"/>
                  </a:lnTo>
                  <a:lnTo>
                    <a:pt x="152860" y="8636"/>
                  </a:lnTo>
                  <a:lnTo>
                    <a:pt x="187838" y="32187"/>
                  </a:lnTo>
                  <a:lnTo>
                    <a:pt x="196244" y="44632"/>
                  </a:lnTo>
                  <a:lnTo>
                    <a:pt x="108892" y="44632"/>
                  </a:lnTo>
                  <a:lnTo>
                    <a:pt x="83692" y="49854"/>
                  </a:lnTo>
                  <a:lnTo>
                    <a:pt x="62899" y="64088"/>
                  </a:lnTo>
                  <a:lnTo>
                    <a:pt x="48768" y="85188"/>
                  </a:lnTo>
                  <a:lnTo>
                    <a:pt x="43556" y="111009"/>
                  </a:lnTo>
                  <a:lnTo>
                    <a:pt x="48768" y="136169"/>
                  </a:lnTo>
                  <a:lnTo>
                    <a:pt x="62899" y="156930"/>
                  </a:lnTo>
                  <a:lnTo>
                    <a:pt x="83692" y="171039"/>
                  </a:lnTo>
                  <a:lnTo>
                    <a:pt x="108892" y="176242"/>
                  </a:lnTo>
                  <a:lnTo>
                    <a:pt x="213199" y="176242"/>
                  </a:lnTo>
                  <a:lnTo>
                    <a:pt x="241854" y="204853"/>
                  </a:lnTo>
                  <a:lnTo>
                    <a:pt x="165057" y="204853"/>
                  </a:lnTo>
                  <a:lnTo>
                    <a:pt x="152592" y="211040"/>
                  </a:lnTo>
                  <a:lnTo>
                    <a:pt x="139267" y="215725"/>
                  </a:lnTo>
                  <a:lnTo>
                    <a:pt x="125082" y="218693"/>
                  </a:lnTo>
                  <a:lnTo>
                    <a:pt x="110038" y="219731"/>
                  </a:lnTo>
                  <a:close/>
                </a:path>
                <a:path w="294640" h="295275">
                  <a:moveTo>
                    <a:pt x="213199" y="176242"/>
                  </a:moveTo>
                  <a:lnTo>
                    <a:pt x="108892" y="176242"/>
                  </a:lnTo>
                  <a:lnTo>
                    <a:pt x="134753" y="171199"/>
                  </a:lnTo>
                  <a:lnTo>
                    <a:pt x="155887" y="157359"/>
                  </a:lnTo>
                  <a:lnTo>
                    <a:pt x="170143" y="136652"/>
                  </a:lnTo>
                  <a:lnTo>
                    <a:pt x="175373" y="111009"/>
                  </a:lnTo>
                  <a:lnTo>
                    <a:pt x="170143" y="85188"/>
                  </a:lnTo>
                  <a:lnTo>
                    <a:pt x="155887" y="64088"/>
                  </a:lnTo>
                  <a:lnTo>
                    <a:pt x="134753" y="49854"/>
                  </a:lnTo>
                  <a:lnTo>
                    <a:pt x="108892" y="44632"/>
                  </a:lnTo>
                  <a:lnTo>
                    <a:pt x="196244" y="44632"/>
                  </a:lnTo>
                  <a:lnTo>
                    <a:pt x="211426" y="67110"/>
                  </a:lnTo>
                  <a:lnTo>
                    <a:pt x="220076" y="109865"/>
                  </a:lnTo>
                  <a:lnTo>
                    <a:pt x="219019" y="125726"/>
                  </a:lnTo>
                  <a:lnTo>
                    <a:pt x="215921" y="140622"/>
                  </a:lnTo>
                  <a:lnTo>
                    <a:pt x="210888" y="154444"/>
                  </a:lnTo>
                  <a:lnTo>
                    <a:pt x="204029" y="167087"/>
                  </a:lnTo>
                  <a:lnTo>
                    <a:pt x="213199" y="176242"/>
                  </a:lnTo>
                  <a:close/>
                </a:path>
                <a:path w="294640" h="295275">
                  <a:moveTo>
                    <a:pt x="266642" y="294977"/>
                  </a:moveTo>
                  <a:lnTo>
                    <a:pt x="256415" y="293046"/>
                  </a:lnTo>
                  <a:lnTo>
                    <a:pt x="247586" y="287252"/>
                  </a:lnTo>
                  <a:lnTo>
                    <a:pt x="165057" y="204853"/>
                  </a:lnTo>
                  <a:lnTo>
                    <a:pt x="241854" y="204853"/>
                  </a:lnTo>
                  <a:lnTo>
                    <a:pt x="286558" y="249486"/>
                  </a:lnTo>
                  <a:lnTo>
                    <a:pt x="292360" y="258927"/>
                  </a:lnTo>
                  <a:lnTo>
                    <a:pt x="294295" y="269227"/>
                  </a:lnTo>
                  <a:lnTo>
                    <a:pt x="292360" y="279098"/>
                  </a:lnTo>
                  <a:lnTo>
                    <a:pt x="286558" y="287252"/>
                  </a:lnTo>
                  <a:lnTo>
                    <a:pt x="277083" y="293046"/>
                  </a:lnTo>
                  <a:lnTo>
                    <a:pt x="266642" y="2949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863832" y="3064902"/>
            <a:ext cx="2604770" cy="367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155">
                <a:solidFill>
                  <a:srgbClr val="3C66BE"/>
                </a:solidFill>
                <a:latin typeface="Arial Black"/>
                <a:cs typeface="Arial Black"/>
              </a:rPr>
              <a:t>Navegacion</a:t>
            </a:r>
            <a:r>
              <a:rPr dirty="0" sz="2250" spc="-340">
                <a:solidFill>
                  <a:srgbClr val="3C66BE"/>
                </a:solidFill>
                <a:latin typeface="Arial Black"/>
                <a:cs typeface="Arial Black"/>
              </a:rPr>
              <a:t> </a:t>
            </a:r>
            <a:r>
              <a:rPr dirty="0" sz="2250" spc="-90">
                <a:solidFill>
                  <a:srgbClr val="3C66BE"/>
                </a:solidFill>
                <a:latin typeface="Arial Black"/>
                <a:cs typeface="Arial Black"/>
              </a:rPr>
              <a:t>global</a:t>
            </a:r>
            <a:endParaRPr sz="22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67074" y="4698779"/>
            <a:ext cx="1933575" cy="1724025"/>
            <a:chOff x="3367074" y="4698779"/>
            <a:chExt cx="1933575" cy="17240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4699" y="4746404"/>
              <a:ext cx="1840576" cy="16298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4699" y="4746404"/>
              <a:ext cx="1838325" cy="1628775"/>
            </a:xfrm>
            <a:custGeom>
              <a:avLst/>
              <a:gdLst/>
              <a:ahLst/>
              <a:cxnLst/>
              <a:rect l="l" t="t" r="r" b="b"/>
              <a:pathLst>
                <a:path w="1838325" h="1628775">
                  <a:moveTo>
                    <a:pt x="1838324" y="913199"/>
                  </a:moveTo>
                  <a:lnTo>
                    <a:pt x="1831185" y="1002033"/>
                  </a:lnTo>
                  <a:lnTo>
                    <a:pt x="1823490" y="1061169"/>
                  </a:lnTo>
                  <a:lnTo>
                    <a:pt x="1813788" y="1118420"/>
                  </a:lnTo>
                  <a:lnTo>
                    <a:pt x="1802166" y="1173605"/>
                  </a:lnTo>
                  <a:lnTo>
                    <a:pt x="1788709" y="1226543"/>
                  </a:lnTo>
                  <a:lnTo>
                    <a:pt x="1773502" y="1277054"/>
                  </a:lnTo>
                  <a:lnTo>
                    <a:pt x="1756632" y="1324954"/>
                  </a:lnTo>
                  <a:lnTo>
                    <a:pt x="1738184" y="1370064"/>
                  </a:lnTo>
                  <a:lnTo>
                    <a:pt x="1718243" y="1412202"/>
                  </a:lnTo>
                  <a:lnTo>
                    <a:pt x="1696897" y="1451187"/>
                  </a:lnTo>
                  <a:lnTo>
                    <a:pt x="1674230" y="1486838"/>
                  </a:lnTo>
                  <a:lnTo>
                    <a:pt x="1650328" y="1518973"/>
                  </a:lnTo>
                  <a:lnTo>
                    <a:pt x="1599163" y="1571972"/>
                  </a:lnTo>
                  <a:lnTo>
                    <a:pt x="1544087" y="1608734"/>
                  </a:lnTo>
                  <a:lnTo>
                    <a:pt x="1485788" y="1627810"/>
                  </a:lnTo>
                  <a:lnTo>
                    <a:pt x="1473936" y="1628774"/>
                  </a:lnTo>
                </a:path>
                <a:path w="1838325" h="1628775">
                  <a:moveTo>
                    <a:pt x="367513" y="1628774"/>
                  </a:moveTo>
                  <a:lnTo>
                    <a:pt x="326151" y="1620573"/>
                  </a:lnTo>
                  <a:lnTo>
                    <a:pt x="269378" y="1592473"/>
                  </a:lnTo>
                  <a:lnTo>
                    <a:pt x="216172" y="1547411"/>
                  </a:lnTo>
                  <a:lnTo>
                    <a:pt x="167219" y="1486838"/>
                  </a:lnTo>
                  <a:lnTo>
                    <a:pt x="144552" y="1451187"/>
                  </a:lnTo>
                  <a:lnTo>
                    <a:pt x="123206" y="1412202"/>
                  </a:lnTo>
                  <a:lnTo>
                    <a:pt x="103265" y="1370064"/>
                  </a:lnTo>
                  <a:lnTo>
                    <a:pt x="84817" y="1324954"/>
                  </a:lnTo>
                  <a:lnTo>
                    <a:pt x="67947" y="1277053"/>
                  </a:lnTo>
                  <a:lnTo>
                    <a:pt x="52740" y="1226543"/>
                  </a:lnTo>
                  <a:lnTo>
                    <a:pt x="39283" y="1173605"/>
                  </a:lnTo>
                  <a:lnTo>
                    <a:pt x="27661" y="1118420"/>
                  </a:lnTo>
                  <a:lnTo>
                    <a:pt x="17959" y="1061169"/>
                  </a:lnTo>
                  <a:lnTo>
                    <a:pt x="10265" y="1002033"/>
                  </a:lnTo>
                  <a:lnTo>
                    <a:pt x="4662" y="941194"/>
                  </a:lnTo>
                  <a:lnTo>
                    <a:pt x="1238" y="878833"/>
                  </a:lnTo>
                  <a:lnTo>
                    <a:pt x="0" y="815129"/>
                  </a:lnTo>
                  <a:lnTo>
                    <a:pt x="1238" y="751429"/>
                  </a:lnTo>
                  <a:lnTo>
                    <a:pt x="4662" y="689068"/>
                  </a:lnTo>
                  <a:lnTo>
                    <a:pt x="10265" y="628229"/>
                  </a:lnTo>
                  <a:lnTo>
                    <a:pt x="17959" y="569093"/>
                  </a:lnTo>
                  <a:lnTo>
                    <a:pt x="27661" y="511842"/>
                  </a:lnTo>
                  <a:lnTo>
                    <a:pt x="39283" y="456657"/>
                  </a:lnTo>
                  <a:lnTo>
                    <a:pt x="52740" y="403719"/>
                  </a:lnTo>
                  <a:lnTo>
                    <a:pt x="67947" y="353208"/>
                  </a:lnTo>
                  <a:lnTo>
                    <a:pt x="84817" y="305308"/>
                  </a:lnTo>
                  <a:lnTo>
                    <a:pt x="103266" y="260198"/>
                  </a:lnTo>
                  <a:lnTo>
                    <a:pt x="123206" y="218060"/>
                  </a:lnTo>
                  <a:lnTo>
                    <a:pt x="144552" y="179075"/>
                  </a:lnTo>
                  <a:lnTo>
                    <a:pt x="167219" y="143424"/>
                  </a:lnTo>
                  <a:lnTo>
                    <a:pt x="191121" y="111289"/>
                  </a:lnTo>
                  <a:lnTo>
                    <a:pt x="242286" y="58290"/>
                  </a:lnTo>
                  <a:lnTo>
                    <a:pt x="297362" y="21528"/>
                  </a:lnTo>
                  <a:lnTo>
                    <a:pt x="355661" y="2452"/>
                  </a:lnTo>
                  <a:lnTo>
                    <a:pt x="1455643" y="0"/>
                  </a:lnTo>
                  <a:lnTo>
                    <a:pt x="1485788" y="2452"/>
                  </a:lnTo>
                  <a:lnTo>
                    <a:pt x="1544087" y="21528"/>
                  </a:lnTo>
                  <a:lnTo>
                    <a:pt x="1599163" y="58290"/>
                  </a:lnTo>
                  <a:lnTo>
                    <a:pt x="1650328" y="111289"/>
                  </a:lnTo>
                  <a:lnTo>
                    <a:pt x="1674230" y="143424"/>
                  </a:lnTo>
                  <a:lnTo>
                    <a:pt x="1696897" y="179075"/>
                  </a:lnTo>
                  <a:lnTo>
                    <a:pt x="1718243" y="218060"/>
                  </a:lnTo>
                  <a:lnTo>
                    <a:pt x="1738184" y="260198"/>
                  </a:lnTo>
                  <a:lnTo>
                    <a:pt x="1756632" y="305308"/>
                  </a:lnTo>
                  <a:lnTo>
                    <a:pt x="1773502" y="353208"/>
                  </a:lnTo>
                  <a:lnTo>
                    <a:pt x="1788709" y="403718"/>
                  </a:lnTo>
                  <a:lnTo>
                    <a:pt x="1802166" y="456657"/>
                  </a:lnTo>
                  <a:lnTo>
                    <a:pt x="1813788" y="511842"/>
                  </a:lnTo>
                  <a:lnTo>
                    <a:pt x="1823490" y="569093"/>
                  </a:lnTo>
                  <a:lnTo>
                    <a:pt x="1831185" y="628229"/>
                  </a:lnTo>
                  <a:lnTo>
                    <a:pt x="1836787" y="689068"/>
                  </a:lnTo>
                  <a:lnTo>
                    <a:pt x="1838324" y="717063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8177352" y="4698779"/>
            <a:ext cx="1933575" cy="1724025"/>
            <a:chOff x="8177352" y="4698779"/>
            <a:chExt cx="1933575" cy="17240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4977" y="4746404"/>
              <a:ext cx="1840576" cy="162983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224977" y="4746404"/>
              <a:ext cx="1838325" cy="1628775"/>
            </a:xfrm>
            <a:custGeom>
              <a:avLst/>
              <a:gdLst/>
              <a:ahLst/>
              <a:cxnLst/>
              <a:rect l="l" t="t" r="r" b="b"/>
              <a:pathLst>
                <a:path w="1838325" h="1628775">
                  <a:moveTo>
                    <a:pt x="1838324" y="913195"/>
                  </a:moveTo>
                  <a:lnTo>
                    <a:pt x="1831184" y="1002033"/>
                  </a:lnTo>
                  <a:lnTo>
                    <a:pt x="1823490" y="1061169"/>
                  </a:lnTo>
                  <a:lnTo>
                    <a:pt x="1813788" y="1118420"/>
                  </a:lnTo>
                  <a:lnTo>
                    <a:pt x="1802166" y="1173605"/>
                  </a:lnTo>
                  <a:lnTo>
                    <a:pt x="1788709" y="1226543"/>
                  </a:lnTo>
                  <a:lnTo>
                    <a:pt x="1773502" y="1277053"/>
                  </a:lnTo>
                  <a:lnTo>
                    <a:pt x="1756632" y="1324954"/>
                  </a:lnTo>
                  <a:lnTo>
                    <a:pt x="1738183" y="1370064"/>
                  </a:lnTo>
                  <a:lnTo>
                    <a:pt x="1718243" y="1412202"/>
                  </a:lnTo>
                  <a:lnTo>
                    <a:pt x="1696897" y="1451187"/>
                  </a:lnTo>
                  <a:lnTo>
                    <a:pt x="1674230" y="1486838"/>
                  </a:lnTo>
                  <a:lnTo>
                    <a:pt x="1650328" y="1518973"/>
                  </a:lnTo>
                  <a:lnTo>
                    <a:pt x="1599163" y="1571972"/>
                  </a:lnTo>
                  <a:lnTo>
                    <a:pt x="1544087" y="1608734"/>
                  </a:lnTo>
                  <a:lnTo>
                    <a:pt x="1485788" y="1627810"/>
                  </a:lnTo>
                  <a:lnTo>
                    <a:pt x="1473936" y="1628774"/>
                  </a:lnTo>
                </a:path>
                <a:path w="1838325" h="1628775">
                  <a:moveTo>
                    <a:pt x="367513" y="1628774"/>
                  </a:moveTo>
                  <a:lnTo>
                    <a:pt x="326151" y="1620573"/>
                  </a:lnTo>
                  <a:lnTo>
                    <a:pt x="269378" y="1592473"/>
                  </a:lnTo>
                  <a:lnTo>
                    <a:pt x="216172" y="1547412"/>
                  </a:lnTo>
                  <a:lnTo>
                    <a:pt x="167219" y="1486838"/>
                  </a:lnTo>
                  <a:lnTo>
                    <a:pt x="144552" y="1451187"/>
                  </a:lnTo>
                  <a:lnTo>
                    <a:pt x="123205" y="1412202"/>
                  </a:lnTo>
                  <a:lnTo>
                    <a:pt x="103265" y="1370064"/>
                  </a:lnTo>
                  <a:lnTo>
                    <a:pt x="84817" y="1324954"/>
                  </a:lnTo>
                  <a:lnTo>
                    <a:pt x="67947" y="1277054"/>
                  </a:lnTo>
                  <a:lnTo>
                    <a:pt x="52740" y="1226543"/>
                  </a:lnTo>
                  <a:lnTo>
                    <a:pt x="39283" y="1173605"/>
                  </a:lnTo>
                  <a:lnTo>
                    <a:pt x="27661" y="1118420"/>
                  </a:lnTo>
                  <a:lnTo>
                    <a:pt x="17959" y="1061169"/>
                  </a:lnTo>
                  <a:lnTo>
                    <a:pt x="10264" y="1002033"/>
                  </a:lnTo>
                  <a:lnTo>
                    <a:pt x="4662" y="941194"/>
                  </a:lnTo>
                  <a:lnTo>
                    <a:pt x="1237" y="878833"/>
                  </a:lnTo>
                  <a:lnTo>
                    <a:pt x="0" y="815129"/>
                  </a:lnTo>
                  <a:lnTo>
                    <a:pt x="1237" y="751429"/>
                  </a:lnTo>
                  <a:lnTo>
                    <a:pt x="4662" y="689068"/>
                  </a:lnTo>
                  <a:lnTo>
                    <a:pt x="10264" y="628229"/>
                  </a:lnTo>
                  <a:lnTo>
                    <a:pt x="17959" y="569093"/>
                  </a:lnTo>
                  <a:lnTo>
                    <a:pt x="27661" y="511842"/>
                  </a:lnTo>
                  <a:lnTo>
                    <a:pt x="39283" y="456657"/>
                  </a:lnTo>
                  <a:lnTo>
                    <a:pt x="52740" y="403718"/>
                  </a:lnTo>
                  <a:lnTo>
                    <a:pt x="67947" y="353208"/>
                  </a:lnTo>
                  <a:lnTo>
                    <a:pt x="84817" y="305308"/>
                  </a:lnTo>
                  <a:lnTo>
                    <a:pt x="103265" y="260198"/>
                  </a:lnTo>
                  <a:lnTo>
                    <a:pt x="123205" y="218060"/>
                  </a:lnTo>
                  <a:lnTo>
                    <a:pt x="144552" y="179075"/>
                  </a:lnTo>
                  <a:lnTo>
                    <a:pt x="167219" y="143424"/>
                  </a:lnTo>
                  <a:lnTo>
                    <a:pt x="191121" y="111289"/>
                  </a:lnTo>
                  <a:lnTo>
                    <a:pt x="242286" y="58290"/>
                  </a:lnTo>
                  <a:lnTo>
                    <a:pt x="297361" y="21528"/>
                  </a:lnTo>
                  <a:lnTo>
                    <a:pt x="355661" y="2452"/>
                  </a:lnTo>
                  <a:lnTo>
                    <a:pt x="385805" y="0"/>
                  </a:lnTo>
                  <a:lnTo>
                    <a:pt x="1455643" y="0"/>
                  </a:lnTo>
                  <a:lnTo>
                    <a:pt x="1515298" y="9688"/>
                  </a:lnTo>
                  <a:lnTo>
                    <a:pt x="1572071" y="37789"/>
                  </a:lnTo>
                  <a:lnTo>
                    <a:pt x="1625277" y="82850"/>
                  </a:lnTo>
                  <a:lnTo>
                    <a:pt x="1674230" y="143424"/>
                  </a:lnTo>
                  <a:lnTo>
                    <a:pt x="1696897" y="179075"/>
                  </a:lnTo>
                  <a:lnTo>
                    <a:pt x="1718243" y="218060"/>
                  </a:lnTo>
                  <a:lnTo>
                    <a:pt x="1738183" y="260198"/>
                  </a:lnTo>
                  <a:lnTo>
                    <a:pt x="1756632" y="305308"/>
                  </a:lnTo>
                  <a:lnTo>
                    <a:pt x="1773502" y="353208"/>
                  </a:lnTo>
                  <a:lnTo>
                    <a:pt x="1788708" y="403718"/>
                  </a:lnTo>
                  <a:lnTo>
                    <a:pt x="1802166" y="456657"/>
                  </a:lnTo>
                  <a:lnTo>
                    <a:pt x="1813788" y="511842"/>
                  </a:lnTo>
                  <a:lnTo>
                    <a:pt x="1823490" y="569093"/>
                  </a:lnTo>
                  <a:lnTo>
                    <a:pt x="1831184" y="628229"/>
                  </a:lnTo>
                  <a:lnTo>
                    <a:pt x="1836787" y="689068"/>
                  </a:lnTo>
                  <a:lnTo>
                    <a:pt x="1838324" y="717067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10580785" y="4698779"/>
            <a:ext cx="1933575" cy="1724025"/>
            <a:chOff x="10580785" y="4698779"/>
            <a:chExt cx="1933575" cy="172402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409" y="4746404"/>
              <a:ext cx="1840576" cy="162983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628410" y="4746404"/>
              <a:ext cx="1838325" cy="1628775"/>
            </a:xfrm>
            <a:custGeom>
              <a:avLst/>
              <a:gdLst/>
              <a:ahLst/>
              <a:cxnLst/>
              <a:rect l="l" t="t" r="r" b="b"/>
              <a:pathLst>
                <a:path w="1838325" h="1628775">
                  <a:moveTo>
                    <a:pt x="1838324" y="913195"/>
                  </a:moveTo>
                  <a:lnTo>
                    <a:pt x="1831184" y="1002033"/>
                  </a:lnTo>
                  <a:lnTo>
                    <a:pt x="1823490" y="1061169"/>
                  </a:lnTo>
                  <a:lnTo>
                    <a:pt x="1813788" y="1118420"/>
                  </a:lnTo>
                  <a:lnTo>
                    <a:pt x="1802166" y="1173605"/>
                  </a:lnTo>
                  <a:lnTo>
                    <a:pt x="1788709" y="1226543"/>
                  </a:lnTo>
                  <a:lnTo>
                    <a:pt x="1773502" y="1277053"/>
                  </a:lnTo>
                  <a:lnTo>
                    <a:pt x="1756632" y="1324954"/>
                  </a:lnTo>
                  <a:lnTo>
                    <a:pt x="1738183" y="1370064"/>
                  </a:lnTo>
                  <a:lnTo>
                    <a:pt x="1718243" y="1412202"/>
                  </a:lnTo>
                  <a:lnTo>
                    <a:pt x="1696897" y="1451187"/>
                  </a:lnTo>
                  <a:lnTo>
                    <a:pt x="1674230" y="1486838"/>
                  </a:lnTo>
                  <a:lnTo>
                    <a:pt x="1650328" y="1518973"/>
                  </a:lnTo>
                  <a:lnTo>
                    <a:pt x="1599163" y="1571972"/>
                  </a:lnTo>
                  <a:lnTo>
                    <a:pt x="1544087" y="1608734"/>
                  </a:lnTo>
                  <a:lnTo>
                    <a:pt x="1485788" y="1627810"/>
                  </a:lnTo>
                  <a:lnTo>
                    <a:pt x="1473936" y="1628774"/>
                  </a:lnTo>
                </a:path>
                <a:path w="1838325" h="1628775">
                  <a:moveTo>
                    <a:pt x="367513" y="1628774"/>
                  </a:moveTo>
                  <a:lnTo>
                    <a:pt x="326151" y="1620573"/>
                  </a:lnTo>
                  <a:lnTo>
                    <a:pt x="269378" y="1592473"/>
                  </a:lnTo>
                  <a:lnTo>
                    <a:pt x="216172" y="1547412"/>
                  </a:lnTo>
                  <a:lnTo>
                    <a:pt x="167219" y="1486838"/>
                  </a:lnTo>
                  <a:lnTo>
                    <a:pt x="144552" y="1451187"/>
                  </a:lnTo>
                  <a:lnTo>
                    <a:pt x="123205" y="1412202"/>
                  </a:lnTo>
                  <a:lnTo>
                    <a:pt x="103265" y="1370064"/>
                  </a:lnTo>
                  <a:lnTo>
                    <a:pt x="84817" y="1324954"/>
                  </a:lnTo>
                  <a:lnTo>
                    <a:pt x="67947" y="1277054"/>
                  </a:lnTo>
                  <a:lnTo>
                    <a:pt x="52740" y="1226543"/>
                  </a:lnTo>
                  <a:lnTo>
                    <a:pt x="39283" y="1173605"/>
                  </a:lnTo>
                  <a:lnTo>
                    <a:pt x="27661" y="1118420"/>
                  </a:lnTo>
                  <a:lnTo>
                    <a:pt x="17959" y="1061169"/>
                  </a:lnTo>
                  <a:lnTo>
                    <a:pt x="10264" y="1002033"/>
                  </a:lnTo>
                  <a:lnTo>
                    <a:pt x="4662" y="941194"/>
                  </a:lnTo>
                  <a:lnTo>
                    <a:pt x="1237" y="878833"/>
                  </a:lnTo>
                  <a:lnTo>
                    <a:pt x="0" y="815129"/>
                  </a:lnTo>
                  <a:lnTo>
                    <a:pt x="1237" y="751429"/>
                  </a:lnTo>
                  <a:lnTo>
                    <a:pt x="4662" y="689068"/>
                  </a:lnTo>
                  <a:lnTo>
                    <a:pt x="10264" y="628229"/>
                  </a:lnTo>
                  <a:lnTo>
                    <a:pt x="17959" y="569093"/>
                  </a:lnTo>
                  <a:lnTo>
                    <a:pt x="27661" y="511842"/>
                  </a:lnTo>
                  <a:lnTo>
                    <a:pt x="39283" y="456657"/>
                  </a:lnTo>
                  <a:lnTo>
                    <a:pt x="52740" y="403718"/>
                  </a:lnTo>
                  <a:lnTo>
                    <a:pt x="67947" y="353208"/>
                  </a:lnTo>
                  <a:lnTo>
                    <a:pt x="84817" y="305308"/>
                  </a:lnTo>
                  <a:lnTo>
                    <a:pt x="103265" y="260198"/>
                  </a:lnTo>
                  <a:lnTo>
                    <a:pt x="123205" y="218060"/>
                  </a:lnTo>
                  <a:lnTo>
                    <a:pt x="144552" y="179075"/>
                  </a:lnTo>
                  <a:lnTo>
                    <a:pt x="167219" y="143424"/>
                  </a:lnTo>
                  <a:lnTo>
                    <a:pt x="191121" y="111289"/>
                  </a:lnTo>
                  <a:lnTo>
                    <a:pt x="242286" y="58290"/>
                  </a:lnTo>
                  <a:lnTo>
                    <a:pt x="297361" y="21528"/>
                  </a:lnTo>
                  <a:lnTo>
                    <a:pt x="355661" y="2452"/>
                  </a:lnTo>
                  <a:lnTo>
                    <a:pt x="1455643" y="0"/>
                  </a:lnTo>
                  <a:lnTo>
                    <a:pt x="1485788" y="2452"/>
                  </a:lnTo>
                  <a:lnTo>
                    <a:pt x="1544087" y="21528"/>
                  </a:lnTo>
                  <a:lnTo>
                    <a:pt x="1599163" y="58290"/>
                  </a:lnTo>
                  <a:lnTo>
                    <a:pt x="1650328" y="111289"/>
                  </a:lnTo>
                  <a:lnTo>
                    <a:pt x="1674230" y="143424"/>
                  </a:lnTo>
                  <a:lnTo>
                    <a:pt x="1696897" y="179075"/>
                  </a:lnTo>
                  <a:lnTo>
                    <a:pt x="1718243" y="218060"/>
                  </a:lnTo>
                  <a:lnTo>
                    <a:pt x="1738183" y="260198"/>
                  </a:lnTo>
                  <a:lnTo>
                    <a:pt x="1756632" y="305308"/>
                  </a:lnTo>
                  <a:lnTo>
                    <a:pt x="1773502" y="353208"/>
                  </a:lnTo>
                  <a:lnTo>
                    <a:pt x="1788708" y="403718"/>
                  </a:lnTo>
                  <a:lnTo>
                    <a:pt x="1802166" y="456657"/>
                  </a:lnTo>
                  <a:lnTo>
                    <a:pt x="1813788" y="511842"/>
                  </a:lnTo>
                  <a:lnTo>
                    <a:pt x="1823490" y="569093"/>
                  </a:lnTo>
                  <a:lnTo>
                    <a:pt x="1831184" y="628229"/>
                  </a:lnTo>
                  <a:lnTo>
                    <a:pt x="1836787" y="689068"/>
                  </a:lnTo>
                  <a:lnTo>
                    <a:pt x="1838324" y="717067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12984217" y="4698779"/>
            <a:ext cx="1933575" cy="1724025"/>
            <a:chOff x="12984217" y="4698779"/>
            <a:chExt cx="1933575" cy="17240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31842" y="4746404"/>
              <a:ext cx="1840576" cy="162983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031842" y="4746404"/>
              <a:ext cx="1838325" cy="1628775"/>
            </a:xfrm>
            <a:custGeom>
              <a:avLst/>
              <a:gdLst/>
              <a:ahLst/>
              <a:cxnLst/>
              <a:rect l="l" t="t" r="r" b="b"/>
              <a:pathLst>
                <a:path w="1838325" h="1628775">
                  <a:moveTo>
                    <a:pt x="1838324" y="913206"/>
                  </a:moveTo>
                  <a:lnTo>
                    <a:pt x="1831185" y="1002033"/>
                  </a:lnTo>
                  <a:lnTo>
                    <a:pt x="1823490" y="1061169"/>
                  </a:lnTo>
                  <a:lnTo>
                    <a:pt x="1813789" y="1118420"/>
                  </a:lnTo>
                  <a:lnTo>
                    <a:pt x="1802166" y="1173605"/>
                  </a:lnTo>
                  <a:lnTo>
                    <a:pt x="1788709" y="1226544"/>
                  </a:lnTo>
                  <a:lnTo>
                    <a:pt x="1773502" y="1277054"/>
                  </a:lnTo>
                  <a:lnTo>
                    <a:pt x="1756632" y="1324954"/>
                  </a:lnTo>
                  <a:lnTo>
                    <a:pt x="1738184" y="1370064"/>
                  </a:lnTo>
                  <a:lnTo>
                    <a:pt x="1718243" y="1412202"/>
                  </a:lnTo>
                  <a:lnTo>
                    <a:pt x="1696897" y="1451187"/>
                  </a:lnTo>
                  <a:lnTo>
                    <a:pt x="1674230" y="1486838"/>
                  </a:lnTo>
                  <a:lnTo>
                    <a:pt x="1650328" y="1518973"/>
                  </a:lnTo>
                  <a:lnTo>
                    <a:pt x="1599162" y="1571972"/>
                  </a:lnTo>
                  <a:lnTo>
                    <a:pt x="1544087" y="1608734"/>
                  </a:lnTo>
                  <a:lnTo>
                    <a:pt x="1485788" y="1627810"/>
                  </a:lnTo>
                  <a:lnTo>
                    <a:pt x="1473935" y="1628774"/>
                  </a:lnTo>
                </a:path>
                <a:path w="1838325" h="1628775">
                  <a:moveTo>
                    <a:pt x="367512" y="1628774"/>
                  </a:moveTo>
                  <a:lnTo>
                    <a:pt x="326151" y="1620573"/>
                  </a:lnTo>
                  <a:lnTo>
                    <a:pt x="269378" y="1592473"/>
                  </a:lnTo>
                  <a:lnTo>
                    <a:pt x="216172" y="1547411"/>
                  </a:lnTo>
                  <a:lnTo>
                    <a:pt x="167219" y="1486838"/>
                  </a:lnTo>
                  <a:lnTo>
                    <a:pt x="144552" y="1451187"/>
                  </a:lnTo>
                  <a:lnTo>
                    <a:pt x="123205" y="1412202"/>
                  </a:lnTo>
                  <a:lnTo>
                    <a:pt x="103265" y="1370064"/>
                  </a:lnTo>
                  <a:lnTo>
                    <a:pt x="84817" y="1324954"/>
                  </a:lnTo>
                  <a:lnTo>
                    <a:pt x="67947" y="1277053"/>
                  </a:lnTo>
                  <a:lnTo>
                    <a:pt x="52740" y="1226543"/>
                  </a:lnTo>
                  <a:lnTo>
                    <a:pt x="39283" y="1173605"/>
                  </a:lnTo>
                  <a:lnTo>
                    <a:pt x="27661" y="1118420"/>
                  </a:lnTo>
                  <a:lnTo>
                    <a:pt x="17959" y="1061169"/>
                  </a:lnTo>
                  <a:lnTo>
                    <a:pt x="10264" y="1002033"/>
                  </a:lnTo>
                  <a:lnTo>
                    <a:pt x="4662" y="941194"/>
                  </a:lnTo>
                  <a:lnTo>
                    <a:pt x="1237" y="878833"/>
                  </a:lnTo>
                  <a:lnTo>
                    <a:pt x="0" y="815129"/>
                  </a:lnTo>
                  <a:lnTo>
                    <a:pt x="1237" y="751429"/>
                  </a:lnTo>
                  <a:lnTo>
                    <a:pt x="4662" y="689068"/>
                  </a:lnTo>
                  <a:lnTo>
                    <a:pt x="10264" y="628229"/>
                  </a:lnTo>
                  <a:lnTo>
                    <a:pt x="17959" y="569093"/>
                  </a:lnTo>
                  <a:lnTo>
                    <a:pt x="27661" y="511842"/>
                  </a:lnTo>
                  <a:lnTo>
                    <a:pt x="39283" y="456657"/>
                  </a:lnTo>
                  <a:lnTo>
                    <a:pt x="52740" y="403718"/>
                  </a:lnTo>
                  <a:lnTo>
                    <a:pt x="67947" y="353208"/>
                  </a:lnTo>
                  <a:lnTo>
                    <a:pt x="84817" y="305308"/>
                  </a:lnTo>
                  <a:lnTo>
                    <a:pt x="103265" y="260198"/>
                  </a:lnTo>
                  <a:lnTo>
                    <a:pt x="123206" y="218060"/>
                  </a:lnTo>
                  <a:lnTo>
                    <a:pt x="144552" y="179075"/>
                  </a:lnTo>
                  <a:lnTo>
                    <a:pt x="167219" y="143424"/>
                  </a:lnTo>
                  <a:lnTo>
                    <a:pt x="191121" y="111289"/>
                  </a:lnTo>
                  <a:lnTo>
                    <a:pt x="242286" y="58290"/>
                  </a:lnTo>
                  <a:lnTo>
                    <a:pt x="297361" y="21528"/>
                  </a:lnTo>
                  <a:lnTo>
                    <a:pt x="355661" y="2452"/>
                  </a:lnTo>
                  <a:lnTo>
                    <a:pt x="385805" y="0"/>
                  </a:lnTo>
                  <a:lnTo>
                    <a:pt x="1455643" y="0"/>
                  </a:lnTo>
                  <a:lnTo>
                    <a:pt x="1515298" y="9689"/>
                  </a:lnTo>
                  <a:lnTo>
                    <a:pt x="1572071" y="37789"/>
                  </a:lnTo>
                  <a:lnTo>
                    <a:pt x="1625277" y="82850"/>
                  </a:lnTo>
                  <a:lnTo>
                    <a:pt x="1674230" y="143424"/>
                  </a:lnTo>
                  <a:lnTo>
                    <a:pt x="1696897" y="179075"/>
                  </a:lnTo>
                  <a:lnTo>
                    <a:pt x="1718243" y="218060"/>
                  </a:lnTo>
                  <a:lnTo>
                    <a:pt x="1738184" y="260198"/>
                  </a:lnTo>
                  <a:lnTo>
                    <a:pt x="1756632" y="305308"/>
                  </a:lnTo>
                  <a:lnTo>
                    <a:pt x="1773502" y="353208"/>
                  </a:lnTo>
                  <a:lnTo>
                    <a:pt x="1788709" y="403718"/>
                  </a:lnTo>
                  <a:lnTo>
                    <a:pt x="1802166" y="456657"/>
                  </a:lnTo>
                  <a:lnTo>
                    <a:pt x="1813789" y="511842"/>
                  </a:lnTo>
                  <a:lnTo>
                    <a:pt x="1823490" y="569093"/>
                  </a:lnTo>
                  <a:lnTo>
                    <a:pt x="1831185" y="628229"/>
                  </a:lnTo>
                  <a:lnTo>
                    <a:pt x="1836787" y="689068"/>
                  </a:lnTo>
                  <a:lnTo>
                    <a:pt x="1838324" y="717056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342613" y="3543997"/>
            <a:ext cx="9710420" cy="2907665"/>
            <a:chOff x="4342613" y="3543997"/>
            <a:chExt cx="9710420" cy="290766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9838" y="4746404"/>
              <a:ext cx="1841215" cy="165944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19839" y="4746401"/>
              <a:ext cx="1838325" cy="1657350"/>
            </a:xfrm>
            <a:custGeom>
              <a:avLst/>
              <a:gdLst/>
              <a:ahLst/>
              <a:cxnLst/>
              <a:rect l="l" t="t" r="r" b="b"/>
              <a:pathLst>
                <a:path w="1838325" h="1657350">
                  <a:moveTo>
                    <a:pt x="1838297" y="931256"/>
                  </a:moveTo>
                  <a:lnTo>
                    <a:pt x="1831275" y="1020066"/>
                  </a:lnTo>
                  <a:lnTo>
                    <a:pt x="1823582" y="1080268"/>
                  </a:lnTo>
                  <a:lnTo>
                    <a:pt x="1813882" y="1138552"/>
                  </a:lnTo>
                  <a:lnTo>
                    <a:pt x="1802261" y="1194733"/>
                  </a:lnTo>
                  <a:lnTo>
                    <a:pt x="1788805" y="1248628"/>
                  </a:lnTo>
                  <a:lnTo>
                    <a:pt x="1773600" y="1300050"/>
                  </a:lnTo>
                  <a:lnTo>
                    <a:pt x="1756730" y="1348817"/>
                  </a:lnTo>
                  <a:lnTo>
                    <a:pt x="1738283" y="1394744"/>
                  </a:lnTo>
                  <a:lnTo>
                    <a:pt x="1718343" y="1437646"/>
                  </a:lnTo>
                  <a:lnTo>
                    <a:pt x="1696996" y="1477339"/>
                  </a:lnTo>
                  <a:lnTo>
                    <a:pt x="1674327" y="1513639"/>
                  </a:lnTo>
                  <a:lnTo>
                    <a:pt x="1650423" y="1546361"/>
                  </a:lnTo>
                  <a:lnTo>
                    <a:pt x="1625367" y="1575320"/>
                  </a:lnTo>
                  <a:lnTo>
                    <a:pt x="1572143" y="1621212"/>
                  </a:lnTo>
                  <a:lnTo>
                    <a:pt x="1515339" y="1649830"/>
                  </a:lnTo>
                  <a:lnTo>
                    <a:pt x="1485810" y="1657196"/>
                  </a:lnTo>
                  <a:lnTo>
                    <a:pt x="1483916" y="1657245"/>
                  </a:lnTo>
                </a:path>
                <a:path w="1838325" h="1657350">
                  <a:moveTo>
                    <a:pt x="357531" y="1657346"/>
                  </a:moveTo>
                  <a:lnTo>
                    <a:pt x="297290" y="1637762"/>
                  </a:lnTo>
                  <a:lnTo>
                    <a:pt x="242199" y="1600319"/>
                  </a:lnTo>
                  <a:lnTo>
                    <a:pt x="191027" y="1546349"/>
                  </a:lnTo>
                  <a:lnTo>
                    <a:pt x="167125" y="1513628"/>
                  </a:lnTo>
                  <a:lnTo>
                    <a:pt x="144457" y="1477329"/>
                  </a:lnTo>
                  <a:lnTo>
                    <a:pt x="123111" y="1437637"/>
                  </a:lnTo>
                  <a:lnTo>
                    <a:pt x="103172" y="1394736"/>
                  </a:lnTo>
                  <a:lnTo>
                    <a:pt x="84725" y="1348810"/>
                  </a:lnTo>
                  <a:lnTo>
                    <a:pt x="67856" y="1300044"/>
                  </a:lnTo>
                  <a:lnTo>
                    <a:pt x="52651" y="1248622"/>
                  </a:lnTo>
                  <a:lnTo>
                    <a:pt x="39195" y="1194728"/>
                  </a:lnTo>
                  <a:lnTo>
                    <a:pt x="27574" y="1138548"/>
                  </a:lnTo>
                  <a:lnTo>
                    <a:pt x="17875" y="1080264"/>
                  </a:lnTo>
                  <a:lnTo>
                    <a:pt x="10181" y="1020063"/>
                  </a:lnTo>
                  <a:lnTo>
                    <a:pt x="4581" y="958127"/>
                  </a:lnTo>
                  <a:lnTo>
                    <a:pt x="1158" y="894642"/>
                  </a:lnTo>
                  <a:lnTo>
                    <a:pt x="0" y="829793"/>
                  </a:lnTo>
                  <a:lnTo>
                    <a:pt x="1162" y="764943"/>
                  </a:lnTo>
                  <a:lnTo>
                    <a:pt x="4588" y="701459"/>
                  </a:lnTo>
                  <a:lnTo>
                    <a:pt x="10193" y="639524"/>
                  </a:lnTo>
                  <a:lnTo>
                    <a:pt x="17890" y="579323"/>
                  </a:lnTo>
                  <a:lnTo>
                    <a:pt x="27593" y="521041"/>
                  </a:lnTo>
                  <a:lnTo>
                    <a:pt x="39218" y="464862"/>
                  </a:lnTo>
                  <a:lnTo>
                    <a:pt x="52678" y="410970"/>
                  </a:lnTo>
                  <a:lnTo>
                    <a:pt x="67887" y="359551"/>
                  </a:lnTo>
                  <a:lnTo>
                    <a:pt x="84760" y="310787"/>
                  </a:lnTo>
                  <a:lnTo>
                    <a:pt x="103211" y="264865"/>
                  </a:lnTo>
                  <a:lnTo>
                    <a:pt x="123154" y="221968"/>
                  </a:lnTo>
                  <a:lnTo>
                    <a:pt x="144504" y="182281"/>
                  </a:lnTo>
                  <a:lnTo>
                    <a:pt x="167175" y="145989"/>
                  </a:lnTo>
                  <a:lnTo>
                    <a:pt x="191081" y="113275"/>
                  </a:lnTo>
                  <a:lnTo>
                    <a:pt x="216136" y="84326"/>
                  </a:lnTo>
                  <a:lnTo>
                    <a:pt x="269352" y="38457"/>
                  </a:lnTo>
                  <a:lnTo>
                    <a:pt x="326134" y="9858"/>
                  </a:lnTo>
                  <a:lnTo>
                    <a:pt x="385791" y="3"/>
                  </a:lnTo>
                  <a:lnTo>
                    <a:pt x="1455656" y="0"/>
                  </a:lnTo>
                  <a:lnTo>
                    <a:pt x="1485804" y="2490"/>
                  </a:lnTo>
                  <a:lnTo>
                    <a:pt x="1544113" y="21900"/>
                  </a:lnTo>
                  <a:lnTo>
                    <a:pt x="1599200" y="59320"/>
                  </a:lnTo>
                  <a:lnTo>
                    <a:pt x="1650375" y="113272"/>
                  </a:lnTo>
                  <a:lnTo>
                    <a:pt x="1674281" y="145986"/>
                  </a:lnTo>
                  <a:lnTo>
                    <a:pt x="1696952" y="182279"/>
                  </a:lnTo>
                  <a:lnTo>
                    <a:pt x="1718302" y="221966"/>
                  </a:lnTo>
                  <a:lnTo>
                    <a:pt x="1738245" y="264864"/>
                  </a:lnTo>
                  <a:lnTo>
                    <a:pt x="1756696" y="310786"/>
                  </a:lnTo>
                  <a:lnTo>
                    <a:pt x="1773569" y="359550"/>
                  </a:lnTo>
                  <a:lnTo>
                    <a:pt x="1788779" y="410970"/>
                  </a:lnTo>
                  <a:lnTo>
                    <a:pt x="1802239" y="464862"/>
                  </a:lnTo>
                  <a:lnTo>
                    <a:pt x="1813863" y="521041"/>
                  </a:lnTo>
                  <a:lnTo>
                    <a:pt x="1823567" y="579324"/>
                  </a:lnTo>
                  <a:lnTo>
                    <a:pt x="1831264" y="639525"/>
                  </a:lnTo>
                  <a:lnTo>
                    <a:pt x="1836868" y="701460"/>
                  </a:lnTo>
                  <a:lnTo>
                    <a:pt x="1838298" y="728437"/>
                  </a:lnTo>
                </a:path>
              </a:pathLst>
            </a:custGeom>
            <a:ln w="952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361663" y="3563084"/>
              <a:ext cx="4782820" cy="1229360"/>
            </a:xfrm>
            <a:custGeom>
              <a:avLst/>
              <a:gdLst/>
              <a:ahLst/>
              <a:cxnLst/>
              <a:rect l="l" t="t" r="r" b="b"/>
              <a:pathLst>
                <a:path w="4782820" h="1229360">
                  <a:moveTo>
                    <a:pt x="0" y="1229088"/>
                  </a:moveTo>
                  <a:lnTo>
                    <a:pt x="0" y="872086"/>
                  </a:lnTo>
                  <a:lnTo>
                    <a:pt x="4644" y="826016"/>
                  </a:lnTo>
                  <a:lnTo>
                    <a:pt x="17964" y="783105"/>
                  </a:lnTo>
                  <a:lnTo>
                    <a:pt x="39041" y="744274"/>
                  </a:lnTo>
                  <a:lnTo>
                    <a:pt x="66955" y="710442"/>
                  </a:lnTo>
                  <a:lnTo>
                    <a:pt x="100787" y="682528"/>
                  </a:lnTo>
                  <a:lnTo>
                    <a:pt x="139618" y="661451"/>
                  </a:lnTo>
                  <a:lnTo>
                    <a:pt x="182529" y="648131"/>
                  </a:lnTo>
                  <a:lnTo>
                    <a:pt x="228599" y="643486"/>
                  </a:lnTo>
                  <a:lnTo>
                    <a:pt x="4553735" y="643486"/>
                  </a:lnTo>
                  <a:lnTo>
                    <a:pt x="4599806" y="638842"/>
                  </a:lnTo>
                  <a:lnTo>
                    <a:pt x="4642717" y="625522"/>
                  </a:lnTo>
                  <a:lnTo>
                    <a:pt x="4681548" y="604445"/>
                  </a:lnTo>
                  <a:lnTo>
                    <a:pt x="4715380" y="576531"/>
                  </a:lnTo>
                  <a:lnTo>
                    <a:pt x="4743294" y="542699"/>
                  </a:lnTo>
                  <a:lnTo>
                    <a:pt x="4764371" y="503868"/>
                  </a:lnTo>
                  <a:lnTo>
                    <a:pt x="4777691" y="460957"/>
                  </a:lnTo>
                  <a:lnTo>
                    <a:pt x="4782335" y="414886"/>
                  </a:lnTo>
                  <a:lnTo>
                    <a:pt x="4782335" y="0"/>
                  </a:lnTo>
                </a:path>
              </a:pathLst>
            </a:custGeom>
            <a:ln w="38099">
              <a:solidFill>
                <a:srgbClr val="29C2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762629" y="3563084"/>
              <a:ext cx="2381885" cy="1229360"/>
            </a:xfrm>
            <a:custGeom>
              <a:avLst/>
              <a:gdLst/>
              <a:ahLst/>
              <a:cxnLst/>
              <a:rect l="l" t="t" r="r" b="b"/>
              <a:pathLst>
                <a:path w="2381884" h="1229360">
                  <a:moveTo>
                    <a:pt x="0" y="1229088"/>
                  </a:moveTo>
                  <a:lnTo>
                    <a:pt x="0" y="872086"/>
                  </a:lnTo>
                  <a:lnTo>
                    <a:pt x="4644" y="826016"/>
                  </a:lnTo>
                  <a:lnTo>
                    <a:pt x="17964" y="783105"/>
                  </a:lnTo>
                  <a:lnTo>
                    <a:pt x="39041" y="744274"/>
                  </a:lnTo>
                  <a:lnTo>
                    <a:pt x="66955" y="710442"/>
                  </a:lnTo>
                  <a:lnTo>
                    <a:pt x="100787" y="682528"/>
                  </a:lnTo>
                  <a:lnTo>
                    <a:pt x="139618" y="661451"/>
                  </a:lnTo>
                  <a:lnTo>
                    <a:pt x="182529" y="648131"/>
                  </a:lnTo>
                  <a:lnTo>
                    <a:pt x="228599" y="643486"/>
                  </a:lnTo>
                  <a:lnTo>
                    <a:pt x="2152769" y="643486"/>
                  </a:lnTo>
                  <a:lnTo>
                    <a:pt x="2198840" y="638842"/>
                  </a:lnTo>
                  <a:lnTo>
                    <a:pt x="2241751" y="625522"/>
                  </a:lnTo>
                  <a:lnTo>
                    <a:pt x="2280582" y="604445"/>
                  </a:lnTo>
                  <a:lnTo>
                    <a:pt x="2314414" y="576531"/>
                  </a:lnTo>
                  <a:lnTo>
                    <a:pt x="2342328" y="542699"/>
                  </a:lnTo>
                  <a:lnTo>
                    <a:pt x="2363405" y="503868"/>
                  </a:lnTo>
                  <a:lnTo>
                    <a:pt x="2376725" y="460957"/>
                  </a:lnTo>
                  <a:lnTo>
                    <a:pt x="2381369" y="414886"/>
                  </a:lnTo>
                  <a:lnTo>
                    <a:pt x="2381369" y="0"/>
                  </a:lnTo>
                </a:path>
              </a:pathLst>
            </a:custGeom>
            <a:ln w="38099">
              <a:solidFill>
                <a:srgbClr val="29C2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43962" y="3563047"/>
              <a:ext cx="19685" cy="1229360"/>
            </a:xfrm>
            <a:custGeom>
              <a:avLst/>
              <a:gdLst/>
              <a:ahLst/>
              <a:cxnLst/>
              <a:rect l="l" t="t" r="r" b="b"/>
              <a:pathLst>
                <a:path w="19684" h="1229360">
                  <a:moveTo>
                    <a:pt x="19596" y="122908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29C2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143999" y="3563084"/>
              <a:ext cx="2401570" cy="1209675"/>
            </a:xfrm>
            <a:custGeom>
              <a:avLst/>
              <a:gdLst/>
              <a:ahLst/>
              <a:cxnLst/>
              <a:rect l="l" t="t" r="r" b="b"/>
              <a:pathLst>
                <a:path w="2401570" h="1209675">
                  <a:moveTo>
                    <a:pt x="0" y="0"/>
                  </a:moveTo>
                  <a:lnTo>
                    <a:pt x="0" y="414886"/>
                  </a:lnTo>
                  <a:lnTo>
                    <a:pt x="4644" y="460957"/>
                  </a:lnTo>
                  <a:lnTo>
                    <a:pt x="17964" y="503868"/>
                  </a:lnTo>
                  <a:lnTo>
                    <a:pt x="39041" y="542699"/>
                  </a:lnTo>
                  <a:lnTo>
                    <a:pt x="66955" y="576531"/>
                  </a:lnTo>
                  <a:lnTo>
                    <a:pt x="100787" y="604445"/>
                  </a:lnTo>
                  <a:lnTo>
                    <a:pt x="139618" y="625522"/>
                  </a:lnTo>
                  <a:lnTo>
                    <a:pt x="182529" y="638842"/>
                  </a:lnTo>
                  <a:lnTo>
                    <a:pt x="228599" y="643486"/>
                  </a:lnTo>
                  <a:lnTo>
                    <a:pt x="2172442" y="643486"/>
                  </a:lnTo>
                  <a:lnTo>
                    <a:pt x="2218513" y="648131"/>
                  </a:lnTo>
                  <a:lnTo>
                    <a:pt x="2261423" y="661451"/>
                  </a:lnTo>
                  <a:lnTo>
                    <a:pt x="2300254" y="682528"/>
                  </a:lnTo>
                  <a:lnTo>
                    <a:pt x="2334086" y="710442"/>
                  </a:lnTo>
                  <a:lnTo>
                    <a:pt x="2362001" y="744274"/>
                  </a:lnTo>
                  <a:lnTo>
                    <a:pt x="2383077" y="783105"/>
                  </a:lnTo>
                  <a:lnTo>
                    <a:pt x="2396398" y="826016"/>
                  </a:lnTo>
                  <a:lnTo>
                    <a:pt x="2401042" y="872086"/>
                  </a:lnTo>
                  <a:lnTo>
                    <a:pt x="2401042" y="1209568"/>
                  </a:lnTo>
                </a:path>
              </a:pathLst>
            </a:custGeom>
            <a:ln w="38099">
              <a:solidFill>
                <a:srgbClr val="29C2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143999" y="3563084"/>
              <a:ext cx="4890135" cy="1238885"/>
            </a:xfrm>
            <a:custGeom>
              <a:avLst/>
              <a:gdLst/>
              <a:ahLst/>
              <a:cxnLst/>
              <a:rect l="l" t="t" r="r" b="b"/>
              <a:pathLst>
                <a:path w="4890134" h="1238885">
                  <a:moveTo>
                    <a:pt x="0" y="0"/>
                  </a:moveTo>
                  <a:lnTo>
                    <a:pt x="0" y="414886"/>
                  </a:lnTo>
                  <a:lnTo>
                    <a:pt x="4644" y="460957"/>
                  </a:lnTo>
                  <a:lnTo>
                    <a:pt x="17964" y="503868"/>
                  </a:lnTo>
                  <a:lnTo>
                    <a:pt x="39041" y="542699"/>
                  </a:lnTo>
                  <a:lnTo>
                    <a:pt x="66955" y="576531"/>
                  </a:lnTo>
                  <a:lnTo>
                    <a:pt x="100787" y="604445"/>
                  </a:lnTo>
                  <a:lnTo>
                    <a:pt x="139618" y="625522"/>
                  </a:lnTo>
                  <a:lnTo>
                    <a:pt x="182529" y="638842"/>
                  </a:lnTo>
                  <a:lnTo>
                    <a:pt x="228599" y="643486"/>
                  </a:lnTo>
                  <a:lnTo>
                    <a:pt x="4661248" y="643486"/>
                  </a:lnTo>
                  <a:lnTo>
                    <a:pt x="4707319" y="648131"/>
                  </a:lnTo>
                  <a:lnTo>
                    <a:pt x="4750230" y="661451"/>
                  </a:lnTo>
                  <a:lnTo>
                    <a:pt x="4789061" y="682528"/>
                  </a:lnTo>
                  <a:lnTo>
                    <a:pt x="4822893" y="710442"/>
                  </a:lnTo>
                  <a:lnTo>
                    <a:pt x="4850807" y="744274"/>
                  </a:lnTo>
                  <a:lnTo>
                    <a:pt x="4871884" y="783105"/>
                  </a:lnTo>
                  <a:lnTo>
                    <a:pt x="4885204" y="826016"/>
                  </a:lnTo>
                  <a:lnTo>
                    <a:pt x="4889848" y="872086"/>
                  </a:lnTo>
                  <a:lnTo>
                    <a:pt x="4889848" y="1238848"/>
                  </a:lnTo>
                </a:path>
              </a:pathLst>
            </a:custGeom>
            <a:ln w="38099">
              <a:solidFill>
                <a:srgbClr val="29C2F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714039" y="4903046"/>
            <a:ext cx="1148715" cy="1116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BF5FE"/>
                </a:solidFill>
                <a:latin typeface="Arial Black"/>
                <a:cs typeface="Arial Black"/>
              </a:rPr>
              <a:t>Inicio</a:t>
            </a:r>
            <a:endParaRPr sz="1850">
              <a:latin typeface="Arial Black"/>
              <a:cs typeface="Arial Black"/>
            </a:endParaRPr>
          </a:p>
          <a:p>
            <a:pPr marL="60325" marR="5080" indent="-48260">
              <a:lnSpc>
                <a:spcPct val="114300"/>
              </a:lnSpc>
              <a:spcBef>
                <a:spcPts val="1570"/>
              </a:spcBef>
            </a:pPr>
            <a:r>
              <a:rPr dirty="0" sz="1750" spc="-130">
                <a:solidFill>
                  <a:srgbClr val="EBF5FE"/>
                </a:solidFill>
                <a:latin typeface="Arial Black"/>
                <a:cs typeface="Arial Black"/>
              </a:rPr>
              <a:t>Promesa</a:t>
            </a:r>
            <a:r>
              <a:rPr dirty="0" sz="1750" spc="-31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50" spc="-50">
                <a:solidFill>
                  <a:srgbClr val="EBF5FE"/>
                </a:solidFill>
                <a:latin typeface="Arial Black"/>
                <a:cs typeface="Arial Black"/>
              </a:rPr>
              <a:t>y </a:t>
            </a:r>
            <a:r>
              <a:rPr dirty="0" sz="1750" spc="-40">
                <a:solidFill>
                  <a:srgbClr val="EBF5FE"/>
                </a:solidFill>
                <a:latin typeface="Arial Black"/>
                <a:cs typeface="Arial Black"/>
              </a:rPr>
              <a:t>recorrido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53915" y="4903046"/>
            <a:ext cx="1367790" cy="1081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BF5FE"/>
                </a:solidFill>
                <a:latin typeface="Arial Black"/>
                <a:cs typeface="Arial Black"/>
              </a:rPr>
              <a:t>Revisar</a:t>
            </a:r>
            <a:endParaRPr sz="1850">
              <a:latin typeface="Arial Black"/>
              <a:cs typeface="Arial Black"/>
            </a:endParaRPr>
          </a:p>
          <a:p>
            <a:pPr marL="85725" marR="5080" indent="-68580">
              <a:lnSpc>
                <a:spcPct val="114300"/>
              </a:lnSpc>
              <a:spcBef>
                <a:spcPts val="1290"/>
              </a:spcBef>
            </a:pPr>
            <a:r>
              <a:rPr dirty="0" sz="1750" spc="-85">
                <a:solidFill>
                  <a:srgbClr val="EBF5FE"/>
                </a:solidFill>
                <a:latin typeface="Arial Black"/>
                <a:cs typeface="Arial Black"/>
              </a:rPr>
              <a:t>Cuatro</a:t>
            </a:r>
            <a:r>
              <a:rPr dirty="0" sz="1750" spc="-38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50" spc="-80">
                <a:solidFill>
                  <a:srgbClr val="EBF5FE"/>
                </a:solidFill>
                <a:latin typeface="Arial Black"/>
                <a:cs typeface="Arial Black"/>
              </a:rPr>
              <a:t>tipos </a:t>
            </a:r>
            <a:r>
              <a:rPr dirty="0" sz="1750" spc="-30">
                <a:solidFill>
                  <a:srgbClr val="EBF5FE"/>
                </a:solidFill>
                <a:latin typeface="Arial Black"/>
                <a:cs typeface="Arial Black"/>
              </a:rPr>
              <a:t>y</a:t>
            </a:r>
            <a:r>
              <a:rPr dirty="0" sz="1750" spc="-37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50" spc="-45">
                <a:solidFill>
                  <a:srgbClr val="EBF5FE"/>
                </a:solidFill>
                <a:latin typeface="Arial Black"/>
                <a:cs typeface="Arial Black"/>
              </a:rPr>
              <a:t>resultado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94486" y="4903046"/>
            <a:ext cx="1090295" cy="1099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BF5FE"/>
                </a:solidFill>
                <a:latin typeface="Arial Black"/>
                <a:cs typeface="Arial Black"/>
              </a:rPr>
              <a:t>Alertas</a:t>
            </a:r>
            <a:endParaRPr sz="1850">
              <a:latin typeface="Arial Black"/>
              <a:cs typeface="Arial Black"/>
            </a:endParaRPr>
          </a:p>
          <a:p>
            <a:pPr marL="262890" marR="5080" indent="-38100">
              <a:lnSpc>
                <a:spcPct val="114300"/>
              </a:lnSpc>
              <a:spcBef>
                <a:spcPts val="1430"/>
              </a:spcBef>
            </a:pPr>
            <a:r>
              <a:rPr dirty="0" sz="1750" spc="-155">
                <a:solidFill>
                  <a:srgbClr val="EBF5FE"/>
                </a:solidFill>
                <a:latin typeface="Arial Black"/>
                <a:cs typeface="Arial Black"/>
              </a:rPr>
              <a:t>Fichas</a:t>
            </a:r>
            <a:r>
              <a:rPr dirty="0" sz="1750" spc="-37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50" spc="-50">
                <a:solidFill>
                  <a:srgbClr val="EBF5FE"/>
                </a:solidFill>
                <a:latin typeface="Arial Black"/>
                <a:cs typeface="Arial Black"/>
              </a:rPr>
              <a:t>y </a:t>
            </a:r>
            <a:r>
              <a:rPr dirty="0" sz="1750" spc="-65">
                <a:solidFill>
                  <a:srgbClr val="EBF5FE"/>
                </a:solidFill>
                <a:latin typeface="Arial Black"/>
                <a:cs typeface="Arial Black"/>
              </a:rPr>
              <a:t>lectura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834452" y="4903046"/>
            <a:ext cx="1369695" cy="10458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BF5FE"/>
                </a:solidFill>
                <a:latin typeface="Arial Black"/>
                <a:cs typeface="Arial Black"/>
              </a:rPr>
              <a:t>Resumen</a:t>
            </a:r>
            <a:endParaRPr sz="1850">
              <a:latin typeface="Arial Black"/>
              <a:cs typeface="Arial Black"/>
            </a:endParaRPr>
          </a:p>
          <a:p>
            <a:pPr marL="207645" marR="5080" indent="-135890">
              <a:lnSpc>
                <a:spcPct val="114300"/>
              </a:lnSpc>
              <a:spcBef>
                <a:spcPts val="1010"/>
              </a:spcBef>
            </a:pPr>
            <a:r>
              <a:rPr dirty="0" sz="1750" spc="-95">
                <a:solidFill>
                  <a:srgbClr val="EBF5FE"/>
                </a:solidFill>
                <a:latin typeface="Arial Black"/>
                <a:cs typeface="Arial Black"/>
              </a:rPr>
              <a:t>Contadores </a:t>
            </a:r>
            <a:r>
              <a:rPr dirty="0" sz="1750" spc="-40">
                <a:solidFill>
                  <a:srgbClr val="EBF5FE"/>
                </a:solidFill>
                <a:latin typeface="Arial Black"/>
                <a:cs typeface="Arial Black"/>
              </a:rPr>
              <a:t>de</a:t>
            </a:r>
            <a:r>
              <a:rPr dirty="0" sz="1750" spc="-39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50" spc="-10">
                <a:solidFill>
                  <a:srgbClr val="EBF5FE"/>
                </a:solidFill>
                <a:latin typeface="Arial Black"/>
                <a:cs typeface="Arial Black"/>
              </a:rPr>
              <a:t>sesion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47098" y="4746087"/>
            <a:ext cx="1301115" cy="118491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850" spc="-10">
                <a:solidFill>
                  <a:srgbClr val="EBF5FE"/>
                </a:solidFill>
                <a:latin typeface="Arial Black"/>
                <a:cs typeface="Arial Black"/>
              </a:rPr>
              <a:t>Ajustes</a:t>
            </a:r>
            <a:endParaRPr sz="1850">
              <a:latin typeface="Arial Black"/>
              <a:cs typeface="Arial Black"/>
            </a:endParaRPr>
          </a:p>
          <a:p>
            <a:pPr marL="122555" marR="5080" indent="86360">
              <a:lnSpc>
                <a:spcPct val="114300"/>
              </a:lnSpc>
              <a:spcBef>
                <a:spcPts val="869"/>
              </a:spcBef>
            </a:pPr>
            <a:r>
              <a:rPr dirty="0" sz="1750" spc="-135">
                <a:solidFill>
                  <a:srgbClr val="EBF5FE"/>
                </a:solidFill>
                <a:latin typeface="Arial Black"/>
                <a:cs typeface="Arial Black"/>
              </a:rPr>
              <a:t>Lectura</a:t>
            </a:r>
            <a:r>
              <a:rPr dirty="0" sz="1750" spc="-33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50" spc="-50">
                <a:solidFill>
                  <a:srgbClr val="EBF5FE"/>
                </a:solidFill>
                <a:latin typeface="Arial Black"/>
                <a:cs typeface="Arial Black"/>
              </a:rPr>
              <a:t>y </a:t>
            </a:r>
            <a:r>
              <a:rPr dirty="0" sz="1750" spc="-95">
                <a:solidFill>
                  <a:srgbClr val="EBF5FE"/>
                </a:solidFill>
                <a:latin typeface="Arial Black"/>
                <a:cs typeface="Arial Black"/>
              </a:rPr>
              <a:t>privacidad</a:t>
            </a:r>
            <a:endParaRPr sz="1750">
              <a:latin typeface="Arial Black"/>
              <a:cs typeface="Arial Black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2249" y="9670031"/>
            <a:ext cx="615749" cy="616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468234" cy="10287000"/>
            <a:chOff x="0" y="0"/>
            <a:chExt cx="7468234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46822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5086" y="4697603"/>
              <a:ext cx="2482755" cy="21618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85087" y="4697604"/>
              <a:ext cx="2484120" cy="2162175"/>
            </a:xfrm>
            <a:custGeom>
              <a:avLst/>
              <a:gdLst/>
              <a:ahLst/>
              <a:cxnLst/>
              <a:rect l="l" t="t" r="r" b="b"/>
              <a:pathLst>
                <a:path w="2484120" h="2162175">
                  <a:moveTo>
                    <a:pt x="1950726" y="0"/>
                  </a:moveTo>
                  <a:lnTo>
                    <a:pt x="2012872" y="7257"/>
                  </a:lnTo>
                  <a:lnTo>
                    <a:pt x="2072916" y="28524"/>
                  </a:lnTo>
                  <a:lnTo>
                    <a:pt x="2130456" y="62985"/>
                  </a:lnTo>
                  <a:lnTo>
                    <a:pt x="2185091" y="109831"/>
                  </a:lnTo>
                  <a:lnTo>
                    <a:pt x="2211193" y="137644"/>
                  </a:lnTo>
                  <a:lnTo>
                    <a:pt x="2236420" y="168249"/>
                  </a:lnTo>
                  <a:lnTo>
                    <a:pt x="2260719" y="201543"/>
                  </a:lnTo>
                  <a:lnTo>
                    <a:pt x="2284043" y="237427"/>
                  </a:lnTo>
                  <a:lnTo>
                    <a:pt x="2306340" y="275797"/>
                  </a:lnTo>
                  <a:lnTo>
                    <a:pt x="2327560" y="316553"/>
                  </a:lnTo>
                  <a:lnTo>
                    <a:pt x="2347655" y="359593"/>
                  </a:lnTo>
                  <a:lnTo>
                    <a:pt x="2366573" y="404817"/>
                  </a:lnTo>
                  <a:lnTo>
                    <a:pt x="2384265" y="452122"/>
                  </a:lnTo>
                  <a:lnTo>
                    <a:pt x="2400681" y="501407"/>
                  </a:lnTo>
                  <a:lnTo>
                    <a:pt x="2415770" y="552571"/>
                  </a:lnTo>
                  <a:lnTo>
                    <a:pt x="2429484" y="605512"/>
                  </a:lnTo>
                  <a:lnTo>
                    <a:pt x="2441772" y="660129"/>
                  </a:lnTo>
                  <a:lnTo>
                    <a:pt x="2452583" y="716321"/>
                  </a:lnTo>
                  <a:lnTo>
                    <a:pt x="2461869" y="773987"/>
                  </a:lnTo>
                  <a:lnTo>
                    <a:pt x="2469579" y="833024"/>
                  </a:lnTo>
                  <a:lnTo>
                    <a:pt x="2475663" y="893332"/>
                  </a:lnTo>
                  <a:lnTo>
                    <a:pt x="2480071" y="954809"/>
                  </a:lnTo>
                  <a:lnTo>
                    <a:pt x="2482753" y="1017353"/>
                  </a:lnTo>
                  <a:lnTo>
                    <a:pt x="2483659" y="1080865"/>
                  </a:lnTo>
                  <a:lnTo>
                    <a:pt x="2482756" y="1144376"/>
                  </a:lnTo>
                  <a:lnTo>
                    <a:pt x="2480078" y="1206921"/>
                  </a:lnTo>
                  <a:lnTo>
                    <a:pt x="2475673" y="1268399"/>
                  </a:lnTo>
                  <a:lnTo>
                    <a:pt x="2469593" y="1328707"/>
                  </a:lnTo>
                  <a:lnTo>
                    <a:pt x="2461887" y="1387746"/>
                  </a:lnTo>
                  <a:lnTo>
                    <a:pt x="2452605" y="1445412"/>
                  </a:lnTo>
                  <a:lnTo>
                    <a:pt x="2441797" y="1501606"/>
                  </a:lnTo>
                  <a:lnTo>
                    <a:pt x="2429513" y="1556225"/>
                  </a:lnTo>
                  <a:lnTo>
                    <a:pt x="2415803" y="1609168"/>
                  </a:lnTo>
                  <a:lnTo>
                    <a:pt x="2400716" y="1660334"/>
                  </a:lnTo>
                  <a:lnTo>
                    <a:pt x="2384304" y="1709622"/>
                  </a:lnTo>
                  <a:lnTo>
                    <a:pt x="2366615" y="1756931"/>
                  </a:lnTo>
                  <a:lnTo>
                    <a:pt x="2347701" y="1802158"/>
                  </a:lnTo>
                  <a:lnTo>
                    <a:pt x="2327609" y="1845202"/>
                  </a:lnTo>
                  <a:lnTo>
                    <a:pt x="2306392" y="1885963"/>
                  </a:lnTo>
                  <a:lnTo>
                    <a:pt x="2284097" y="1924339"/>
                  </a:lnTo>
                  <a:lnTo>
                    <a:pt x="2260776" y="1960228"/>
                  </a:lnTo>
                  <a:lnTo>
                    <a:pt x="2236478" y="1993530"/>
                  </a:lnTo>
                  <a:lnTo>
                    <a:pt x="2211253" y="2024142"/>
                  </a:lnTo>
                  <a:lnTo>
                    <a:pt x="2185149" y="2051964"/>
                  </a:lnTo>
                  <a:lnTo>
                    <a:pt x="2130510" y="2098828"/>
                  </a:lnTo>
                  <a:lnTo>
                    <a:pt x="2072956" y="2133308"/>
                  </a:lnTo>
                  <a:lnTo>
                    <a:pt x="2043226" y="2145645"/>
                  </a:lnTo>
                  <a:lnTo>
                    <a:pt x="2043176" y="2145517"/>
                  </a:lnTo>
                  <a:lnTo>
                    <a:pt x="2043226" y="2145645"/>
                  </a:lnTo>
                  <a:lnTo>
                    <a:pt x="2012867" y="2154456"/>
                  </a:lnTo>
                  <a:lnTo>
                    <a:pt x="1982035" y="2159893"/>
                  </a:lnTo>
                  <a:lnTo>
                    <a:pt x="1950775" y="2161851"/>
                  </a:lnTo>
                  <a:lnTo>
                    <a:pt x="532881" y="2161728"/>
                  </a:lnTo>
                  <a:lnTo>
                    <a:pt x="470736" y="2154582"/>
                  </a:lnTo>
                  <a:lnTo>
                    <a:pt x="410676" y="2133295"/>
                  </a:lnTo>
                  <a:lnTo>
                    <a:pt x="353129" y="2098812"/>
                  </a:lnTo>
                  <a:lnTo>
                    <a:pt x="298495" y="2051947"/>
                  </a:lnTo>
                  <a:lnTo>
                    <a:pt x="272394" y="2024126"/>
                  </a:lnTo>
                  <a:lnTo>
                    <a:pt x="247171" y="1993515"/>
                  </a:lnTo>
                  <a:lnTo>
                    <a:pt x="222875" y="1960214"/>
                  </a:lnTo>
                  <a:lnTo>
                    <a:pt x="199555" y="1924325"/>
                  </a:lnTo>
                  <a:lnTo>
                    <a:pt x="177262" y="1885950"/>
                  </a:lnTo>
                  <a:lnTo>
                    <a:pt x="156045" y="1845190"/>
                  </a:lnTo>
                  <a:lnTo>
                    <a:pt x="135954" y="1802147"/>
                  </a:lnTo>
                  <a:lnTo>
                    <a:pt x="117040" y="1756920"/>
                  </a:lnTo>
                  <a:lnTo>
                    <a:pt x="99352" y="1709613"/>
                  </a:lnTo>
                  <a:lnTo>
                    <a:pt x="82940" y="1660326"/>
                  </a:lnTo>
                  <a:lnTo>
                    <a:pt x="67855" y="1609160"/>
                  </a:lnTo>
                  <a:lnTo>
                    <a:pt x="54145" y="1556218"/>
                  </a:lnTo>
                  <a:lnTo>
                    <a:pt x="41861" y="1501599"/>
                  </a:lnTo>
                  <a:lnTo>
                    <a:pt x="31053" y="1445406"/>
                  </a:lnTo>
                  <a:lnTo>
                    <a:pt x="21771" y="1387740"/>
                  </a:lnTo>
                  <a:lnTo>
                    <a:pt x="14065" y="1328703"/>
                  </a:lnTo>
                  <a:lnTo>
                    <a:pt x="7985" y="1268395"/>
                  </a:lnTo>
                  <a:lnTo>
                    <a:pt x="3581" y="1206918"/>
                  </a:lnTo>
                  <a:lnTo>
                    <a:pt x="902" y="1144373"/>
                  </a:lnTo>
                  <a:lnTo>
                    <a:pt x="0" y="1080863"/>
                  </a:lnTo>
                  <a:lnTo>
                    <a:pt x="906" y="1017352"/>
                  </a:lnTo>
                  <a:lnTo>
                    <a:pt x="3588" y="954808"/>
                  </a:lnTo>
                  <a:lnTo>
                    <a:pt x="7996" y="893331"/>
                  </a:lnTo>
                  <a:lnTo>
                    <a:pt x="14080" y="833024"/>
                  </a:lnTo>
                  <a:lnTo>
                    <a:pt x="21789" y="773987"/>
                  </a:lnTo>
                  <a:lnTo>
                    <a:pt x="31075" y="716322"/>
                  </a:lnTo>
                  <a:lnTo>
                    <a:pt x="41886" y="660131"/>
                  </a:lnTo>
                  <a:lnTo>
                    <a:pt x="54174" y="605514"/>
                  </a:lnTo>
                  <a:lnTo>
                    <a:pt x="67887" y="552573"/>
                  </a:lnTo>
                  <a:lnTo>
                    <a:pt x="82977" y="501410"/>
                  </a:lnTo>
                  <a:lnTo>
                    <a:pt x="99392" y="452126"/>
                  </a:lnTo>
                  <a:lnTo>
                    <a:pt x="117084" y="404821"/>
                  </a:lnTo>
                  <a:lnTo>
                    <a:pt x="136002" y="359598"/>
                  </a:lnTo>
                  <a:lnTo>
                    <a:pt x="156096" y="316558"/>
                  </a:lnTo>
                  <a:lnTo>
                    <a:pt x="177316" y="275803"/>
                  </a:lnTo>
                  <a:lnTo>
                    <a:pt x="199613" y="237433"/>
                  </a:lnTo>
                  <a:lnTo>
                    <a:pt x="222935" y="201550"/>
                  </a:lnTo>
                  <a:lnTo>
                    <a:pt x="247234" y="168256"/>
                  </a:lnTo>
                  <a:lnTo>
                    <a:pt x="272460" y="137652"/>
                  </a:lnTo>
                  <a:lnTo>
                    <a:pt x="298562" y="109840"/>
                  </a:lnTo>
                  <a:lnTo>
                    <a:pt x="353194" y="62995"/>
                  </a:lnTo>
                  <a:lnTo>
                    <a:pt x="410732" y="28533"/>
                  </a:lnTo>
                  <a:lnTo>
                    <a:pt x="470772" y="7265"/>
                  </a:lnTo>
                  <a:lnTo>
                    <a:pt x="532915" y="0"/>
                  </a:lnTo>
                  <a:lnTo>
                    <a:pt x="1950726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6784282" y="901953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344182" y="238975"/>
                </a:moveTo>
                <a:lnTo>
                  <a:pt x="344043" y="238645"/>
                </a:lnTo>
                <a:lnTo>
                  <a:pt x="344043" y="237718"/>
                </a:lnTo>
                <a:lnTo>
                  <a:pt x="343369" y="237058"/>
                </a:lnTo>
                <a:lnTo>
                  <a:pt x="342519" y="235000"/>
                </a:lnTo>
                <a:lnTo>
                  <a:pt x="246075" y="138493"/>
                </a:lnTo>
                <a:lnTo>
                  <a:pt x="239776" y="138493"/>
                </a:lnTo>
                <a:lnTo>
                  <a:pt x="231952" y="146253"/>
                </a:lnTo>
                <a:lnTo>
                  <a:pt x="231952" y="152552"/>
                </a:lnTo>
                <a:lnTo>
                  <a:pt x="312674" y="233273"/>
                </a:lnTo>
                <a:lnTo>
                  <a:pt x="136766" y="233273"/>
                </a:lnTo>
                <a:lnTo>
                  <a:pt x="132321" y="237718"/>
                </a:lnTo>
                <a:lnTo>
                  <a:pt x="132321" y="248729"/>
                </a:lnTo>
                <a:lnTo>
                  <a:pt x="136766" y="253174"/>
                </a:lnTo>
                <a:lnTo>
                  <a:pt x="312648" y="253174"/>
                </a:lnTo>
                <a:lnTo>
                  <a:pt x="231952" y="333819"/>
                </a:lnTo>
                <a:lnTo>
                  <a:pt x="231952" y="340131"/>
                </a:lnTo>
                <a:lnTo>
                  <a:pt x="237794" y="345960"/>
                </a:lnTo>
                <a:lnTo>
                  <a:pt x="240372" y="346964"/>
                </a:lnTo>
                <a:lnTo>
                  <a:pt x="242900" y="346964"/>
                </a:lnTo>
                <a:lnTo>
                  <a:pt x="245414" y="346964"/>
                </a:lnTo>
                <a:lnTo>
                  <a:pt x="248005" y="345960"/>
                </a:lnTo>
                <a:lnTo>
                  <a:pt x="342519" y="251510"/>
                </a:lnTo>
                <a:lnTo>
                  <a:pt x="343382" y="249389"/>
                </a:lnTo>
                <a:lnTo>
                  <a:pt x="344043" y="248729"/>
                </a:lnTo>
                <a:lnTo>
                  <a:pt x="344043" y="247802"/>
                </a:lnTo>
                <a:lnTo>
                  <a:pt x="344182" y="247459"/>
                </a:lnTo>
                <a:lnTo>
                  <a:pt x="344182" y="238975"/>
                </a:lnTo>
                <a:close/>
              </a:path>
              <a:path w="474980" h="474980">
                <a:moveTo>
                  <a:pt x="474840" y="237451"/>
                </a:moveTo>
                <a:lnTo>
                  <a:pt x="470014" y="189649"/>
                </a:lnTo>
                <a:lnTo>
                  <a:pt x="456171" y="145110"/>
                </a:lnTo>
                <a:lnTo>
                  <a:pt x="454952" y="142875"/>
                </a:lnTo>
                <a:lnTo>
                  <a:pt x="454952" y="237451"/>
                </a:lnTo>
                <a:lnTo>
                  <a:pt x="449199" y="287286"/>
                </a:lnTo>
                <a:lnTo>
                  <a:pt x="432816" y="333057"/>
                </a:lnTo>
                <a:lnTo>
                  <a:pt x="407123" y="373456"/>
                </a:lnTo>
                <a:lnTo>
                  <a:pt x="373430" y="407162"/>
                </a:lnTo>
                <a:lnTo>
                  <a:pt x="333044" y="432866"/>
                </a:lnTo>
                <a:lnTo>
                  <a:pt x="287286" y="449249"/>
                </a:lnTo>
                <a:lnTo>
                  <a:pt x="237451" y="455002"/>
                </a:lnTo>
                <a:lnTo>
                  <a:pt x="187629" y="449249"/>
                </a:lnTo>
                <a:lnTo>
                  <a:pt x="141859" y="432866"/>
                </a:lnTo>
                <a:lnTo>
                  <a:pt x="101460" y="407162"/>
                </a:lnTo>
                <a:lnTo>
                  <a:pt x="67741" y="373456"/>
                </a:lnTo>
                <a:lnTo>
                  <a:pt x="42037" y="333057"/>
                </a:lnTo>
                <a:lnTo>
                  <a:pt x="25654" y="287286"/>
                </a:lnTo>
                <a:lnTo>
                  <a:pt x="19900" y="237451"/>
                </a:lnTo>
                <a:lnTo>
                  <a:pt x="25654" y="187617"/>
                </a:lnTo>
                <a:lnTo>
                  <a:pt x="42037" y="141846"/>
                </a:lnTo>
                <a:lnTo>
                  <a:pt x="67741" y="101447"/>
                </a:lnTo>
                <a:lnTo>
                  <a:pt x="101460" y="67741"/>
                </a:lnTo>
                <a:lnTo>
                  <a:pt x="141859" y="42037"/>
                </a:lnTo>
                <a:lnTo>
                  <a:pt x="187629" y="25641"/>
                </a:lnTo>
                <a:lnTo>
                  <a:pt x="237451" y="19888"/>
                </a:lnTo>
                <a:lnTo>
                  <a:pt x="287261" y="25641"/>
                </a:lnTo>
                <a:lnTo>
                  <a:pt x="333019" y="42037"/>
                </a:lnTo>
                <a:lnTo>
                  <a:pt x="373405" y="67741"/>
                </a:lnTo>
                <a:lnTo>
                  <a:pt x="407111" y="101447"/>
                </a:lnTo>
                <a:lnTo>
                  <a:pt x="432803" y="141846"/>
                </a:lnTo>
                <a:lnTo>
                  <a:pt x="449199" y="187617"/>
                </a:lnTo>
                <a:lnTo>
                  <a:pt x="454952" y="237451"/>
                </a:lnTo>
                <a:lnTo>
                  <a:pt x="454952" y="142875"/>
                </a:lnTo>
                <a:lnTo>
                  <a:pt x="434263" y="104775"/>
                </a:lnTo>
                <a:lnTo>
                  <a:pt x="405257" y="69621"/>
                </a:lnTo>
                <a:lnTo>
                  <a:pt x="370103" y="40601"/>
                </a:lnTo>
                <a:lnTo>
                  <a:pt x="332003" y="19888"/>
                </a:lnTo>
                <a:lnTo>
                  <a:pt x="285254" y="4826"/>
                </a:lnTo>
                <a:lnTo>
                  <a:pt x="237451" y="0"/>
                </a:lnTo>
                <a:lnTo>
                  <a:pt x="189687" y="4826"/>
                </a:lnTo>
                <a:lnTo>
                  <a:pt x="145148" y="18681"/>
                </a:lnTo>
                <a:lnTo>
                  <a:pt x="104813" y="40601"/>
                </a:lnTo>
                <a:lnTo>
                  <a:pt x="69659" y="69621"/>
                </a:lnTo>
                <a:lnTo>
                  <a:pt x="40640" y="104775"/>
                </a:lnTo>
                <a:lnTo>
                  <a:pt x="18707" y="145110"/>
                </a:lnTo>
                <a:lnTo>
                  <a:pt x="4838" y="189649"/>
                </a:lnTo>
                <a:lnTo>
                  <a:pt x="0" y="237451"/>
                </a:lnTo>
                <a:lnTo>
                  <a:pt x="4838" y="285216"/>
                </a:lnTo>
                <a:lnTo>
                  <a:pt x="18694" y="329755"/>
                </a:lnTo>
                <a:lnTo>
                  <a:pt x="40614" y="370065"/>
                </a:lnTo>
                <a:lnTo>
                  <a:pt x="69634" y="405218"/>
                </a:lnTo>
                <a:lnTo>
                  <a:pt x="104787" y="434238"/>
                </a:lnTo>
                <a:lnTo>
                  <a:pt x="145122" y="456145"/>
                </a:lnTo>
                <a:lnTo>
                  <a:pt x="189661" y="470001"/>
                </a:lnTo>
                <a:lnTo>
                  <a:pt x="237464" y="474840"/>
                </a:lnTo>
                <a:lnTo>
                  <a:pt x="238112" y="474840"/>
                </a:lnTo>
                <a:lnTo>
                  <a:pt x="285889" y="470001"/>
                </a:lnTo>
                <a:lnTo>
                  <a:pt x="285445" y="470001"/>
                </a:lnTo>
                <a:lnTo>
                  <a:pt x="329882" y="456145"/>
                </a:lnTo>
                <a:lnTo>
                  <a:pt x="331978" y="455002"/>
                </a:lnTo>
                <a:lnTo>
                  <a:pt x="370154" y="434238"/>
                </a:lnTo>
                <a:lnTo>
                  <a:pt x="405269" y="405218"/>
                </a:lnTo>
                <a:lnTo>
                  <a:pt x="434263" y="370065"/>
                </a:lnTo>
                <a:lnTo>
                  <a:pt x="456171" y="329755"/>
                </a:lnTo>
                <a:lnTo>
                  <a:pt x="470014" y="285216"/>
                </a:lnTo>
                <a:lnTo>
                  <a:pt x="474840" y="237451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016000" y="1248807"/>
            <a:ext cx="7150100" cy="11766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50" spc="-105"/>
              <a:t>A</a:t>
            </a:r>
            <a:r>
              <a:rPr dirty="0" sz="7550" spc="-150"/>
              <a:t>R</a:t>
            </a:r>
            <a:r>
              <a:rPr dirty="0" sz="7550" spc="-80"/>
              <a:t>Q</a:t>
            </a:r>
            <a:r>
              <a:rPr dirty="0" sz="7550" spc="-90"/>
              <a:t>U</a:t>
            </a:r>
            <a:r>
              <a:rPr dirty="0" sz="7550" spc="-105"/>
              <a:t>I</a:t>
            </a:r>
            <a:r>
              <a:rPr dirty="0" sz="7550" spc="-110"/>
              <a:t>T</a:t>
            </a:r>
            <a:r>
              <a:rPr dirty="0" sz="7550" spc="-125"/>
              <a:t>E</a:t>
            </a:r>
            <a:r>
              <a:rPr dirty="0" sz="7550" spc="-375"/>
              <a:t>C</a:t>
            </a:r>
            <a:r>
              <a:rPr dirty="0" sz="7550" spc="-110"/>
              <a:t>T</a:t>
            </a:r>
            <a:r>
              <a:rPr dirty="0" sz="7550" spc="-90"/>
              <a:t>U</a:t>
            </a:r>
            <a:r>
              <a:rPr dirty="0" sz="7550" spc="-185"/>
              <a:t>R</a:t>
            </a:r>
            <a:r>
              <a:rPr dirty="0" sz="7550" spc="245"/>
              <a:t>A</a:t>
            </a:r>
            <a:endParaRPr sz="7550"/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2293" y="948670"/>
            <a:ext cx="380999" cy="38099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6000" y="2169586"/>
            <a:ext cx="6535420" cy="117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50" spc="-710">
                <a:solidFill>
                  <a:srgbClr val="EBF5FE"/>
                </a:solidFill>
                <a:latin typeface="Arial Black"/>
                <a:cs typeface="Arial Black"/>
              </a:rPr>
              <a:t>PROYECTADA</a:t>
            </a:r>
            <a:endParaRPr sz="755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10369" y="4840585"/>
            <a:ext cx="955040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95">
                <a:solidFill>
                  <a:srgbClr val="EBF5FE"/>
                </a:solidFill>
                <a:latin typeface="Arial Black"/>
                <a:cs typeface="Arial Black"/>
              </a:rPr>
              <a:t>Cliente</a:t>
            </a:r>
            <a:endParaRPr sz="205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86536" y="4649979"/>
            <a:ext cx="2579370" cy="2257425"/>
            <a:chOff x="4586536" y="4649979"/>
            <a:chExt cx="2579370" cy="22574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4161" y="4697604"/>
              <a:ext cx="2483659" cy="21626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34161" y="4697604"/>
              <a:ext cx="2484120" cy="2162175"/>
            </a:xfrm>
            <a:custGeom>
              <a:avLst/>
              <a:gdLst/>
              <a:ahLst/>
              <a:cxnLst/>
              <a:rect l="l" t="t" r="r" b="b"/>
              <a:pathLst>
                <a:path w="2484120" h="2162175">
                  <a:moveTo>
                    <a:pt x="380201" y="2162144"/>
                  </a:moveTo>
                  <a:lnTo>
                    <a:pt x="337365" y="2154231"/>
                  </a:lnTo>
                  <a:lnTo>
                    <a:pt x="290764" y="2129624"/>
                  </a:lnTo>
                  <a:lnTo>
                    <a:pt x="246322" y="2089856"/>
                  </a:lnTo>
                  <a:lnTo>
                    <a:pt x="204399" y="2035943"/>
                  </a:lnTo>
                  <a:lnTo>
                    <a:pt x="165356" y="1968897"/>
                  </a:lnTo>
                  <a:lnTo>
                    <a:pt x="147026" y="1930765"/>
                  </a:lnTo>
                  <a:lnTo>
                    <a:pt x="129552" y="1889731"/>
                  </a:lnTo>
                  <a:lnTo>
                    <a:pt x="112978" y="1845919"/>
                  </a:lnTo>
                  <a:lnTo>
                    <a:pt x="97349" y="1799457"/>
                  </a:lnTo>
                  <a:lnTo>
                    <a:pt x="82711" y="1750472"/>
                  </a:lnTo>
                  <a:lnTo>
                    <a:pt x="69109" y="1699090"/>
                  </a:lnTo>
                  <a:lnTo>
                    <a:pt x="56588" y="1645438"/>
                  </a:lnTo>
                  <a:lnTo>
                    <a:pt x="45193" y="1589643"/>
                  </a:lnTo>
                  <a:lnTo>
                    <a:pt x="34969" y="1531830"/>
                  </a:lnTo>
                  <a:lnTo>
                    <a:pt x="25962" y="1472128"/>
                  </a:lnTo>
                  <a:lnTo>
                    <a:pt x="18217" y="1410661"/>
                  </a:lnTo>
                  <a:lnTo>
                    <a:pt x="11779" y="1347558"/>
                  </a:lnTo>
                  <a:lnTo>
                    <a:pt x="6693" y="1282945"/>
                  </a:lnTo>
                  <a:lnTo>
                    <a:pt x="3004" y="1216948"/>
                  </a:lnTo>
                  <a:lnTo>
                    <a:pt x="758" y="1149694"/>
                  </a:lnTo>
                  <a:lnTo>
                    <a:pt x="0" y="1081310"/>
                  </a:lnTo>
                  <a:lnTo>
                    <a:pt x="759" y="1012926"/>
                  </a:lnTo>
                  <a:lnTo>
                    <a:pt x="3006" y="945672"/>
                  </a:lnTo>
                  <a:lnTo>
                    <a:pt x="6695" y="879675"/>
                  </a:lnTo>
                  <a:lnTo>
                    <a:pt x="11782" y="815062"/>
                  </a:lnTo>
                  <a:lnTo>
                    <a:pt x="18222" y="751959"/>
                  </a:lnTo>
                  <a:lnTo>
                    <a:pt x="25968" y="690493"/>
                  </a:lnTo>
                  <a:lnTo>
                    <a:pt x="34975" y="630790"/>
                  </a:lnTo>
                  <a:lnTo>
                    <a:pt x="45200" y="572978"/>
                  </a:lnTo>
                  <a:lnTo>
                    <a:pt x="56596" y="517183"/>
                  </a:lnTo>
                  <a:lnTo>
                    <a:pt x="69118" y="463531"/>
                  </a:lnTo>
                  <a:lnTo>
                    <a:pt x="82721" y="412150"/>
                  </a:lnTo>
                  <a:lnTo>
                    <a:pt x="97360" y="363166"/>
                  </a:lnTo>
                  <a:lnTo>
                    <a:pt x="112990" y="316705"/>
                  </a:lnTo>
                  <a:lnTo>
                    <a:pt x="129565" y="272894"/>
                  </a:lnTo>
                  <a:lnTo>
                    <a:pt x="147041" y="231860"/>
                  </a:lnTo>
                  <a:lnTo>
                    <a:pt x="165371" y="193730"/>
                  </a:lnTo>
                  <a:lnTo>
                    <a:pt x="184512" y="158631"/>
                  </a:lnTo>
                  <a:lnTo>
                    <a:pt x="225043" y="98029"/>
                  </a:lnTo>
                  <a:lnTo>
                    <a:pt x="268271" y="51068"/>
                  </a:lnTo>
                  <a:lnTo>
                    <a:pt x="313835" y="18763"/>
                  </a:lnTo>
                  <a:lnTo>
                    <a:pt x="361373" y="2126"/>
                  </a:lnTo>
                  <a:lnTo>
                    <a:pt x="2097873" y="0"/>
                  </a:lnTo>
                  <a:lnTo>
                    <a:pt x="2122270" y="2121"/>
                  </a:lnTo>
                  <a:lnTo>
                    <a:pt x="2169812" y="18755"/>
                  </a:lnTo>
                  <a:lnTo>
                    <a:pt x="2215380" y="51060"/>
                  </a:lnTo>
                  <a:lnTo>
                    <a:pt x="2258611" y="98021"/>
                  </a:lnTo>
                  <a:lnTo>
                    <a:pt x="2299143" y="158624"/>
                  </a:lnTo>
                  <a:lnTo>
                    <a:pt x="2318284" y="193724"/>
                  </a:lnTo>
                  <a:lnTo>
                    <a:pt x="2336615" y="231855"/>
                  </a:lnTo>
                  <a:lnTo>
                    <a:pt x="2354091" y="272889"/>
                  </a:lnTo>
                  <a:lnTo>
                    <a:pt x="2370667" y="316700"/>
                  </a:lnTo>
                  <a:lnTo>
                    <a:pt x="2386297" y="363161"/>
                  </a:lnTo>
                  <a:lnTo>
                    <a:pt x="2400936" y="412146"/>
                  </a:lnTo>
                  <a:lnTo>
                    <a:pt x="2414540" y="463528"/>
                  </a:lnTo>
                  <a:lnTo>
                    <a:pt x="2427062" y="517180"/>
                  </a:lnTo>
                  <a:lnTo>
                    <a:pt x="2438458" y="572976"/>
                  </a:lnTo>
                  <a:lnTo>
                    <a:pt x="2448683" y="630788"/>
                  </a:lnTo>
                  <a:lnTo>
                    <a:pt x="2457691" y="690491"/>
                  </a:lnTo>
                  <a:lnTo>
                    <a:pt x="2465437" y="751958"/>
                  </a:lnTo>
                  <a:lnTo>
                    <a:pt x="2471876" y="815061"/>
                  </a:lnTo>
                  <a:lnTo>
                    <a:pt x="2476963" y="879674"/>
                  </a:lnTo>
                  <a:lnTo>
                    <a:pt x="2480653" y="945672"/>
                  </a:lnTo>
                  <a:lnTo>
                    <a:pt x="2482900" y="1012926"/>
                  </a:lnTo>
                  <a:lnTo>
                    <a:pt x="2483659" y="1081310"/>
                  </a:lnTo>
                  <a:lnTo>
                    <a:pt x="2482901" y="1149695"/>
                  </a:lnTo>
                  <a:lnTo>
                    <a:pt x="2480654" y="1216949"/>
                  </a:lnTo>
                  <a:lnTo>
                    <a:pt x="2476966" y="1282946"/>
                  </a:lnTo>
                  <a:lnTo>
                    <a:pt x="2471880" y="1347560"/>
                  </a:lnTo>
                  <a:lnTo>
                    <a:pt x="2465441" y="1410664"/>
                  </a:lnTo>
                  <a:lnTo>
                    <a:pt x="2457696" y="1472130"/>
                  </a:lnTo>
                  <a:lnTo>
                    <a:pt x="2448689" y="1531834"/>
                  </a:lnTo>
                  <a:lnTo>
                    <a:pt x="2438465" y="1589646"/>
                  </a:lnTo>
                  <a:lnTo>
                    <a:pt x="2427070" y="1645443"/>
                  </a:lnTo>
                  <a:lnTo>
                    <a:pt x="2414549" y="1699095"/>
                  </a:lnTo>
                  <a:lnTo>
                    <a:pt x="2400946" y="1750478"/>
                  </a:lnTo>
                  <a:lnTo>
                    <a:pt x="2386308" y="1799463"/>
                  </a:lnTo>
                  <a:lnTo>
                    <a:pt x="2370679" y="1845926"/>
                  </a:lnTo>
                  <a:lnTo>
                    <a:pt x="2354104" y="1889738"/>
                  </a:lnTo>
                  <a:lnTo>
                    <a:pt x="2336629" y="1930773"/>
                  </a:lnTo>
                  <a:lnTo>
                    <a:pt x="2318299" y="1968905"/>
                  </a:lnTo>
                  <a:lnTo>
                    <a:pt x="2299159" y="2004008"/>
                  </a:lnTo>
                  <a:lnTo>
                    <a:pt x="2258628" y="2064616"/>
                  </a:lnTo>
                  <a:lnTo>
                    <a:pt x="2215396" y="2111584"/>
                  </a:lnTo>
                  <a:lnTo>
                    <a:pt x="2169824" y="2143896"/>
                  </a:lnTo>
                  <a:lnTo>
                    <a:pt x="2122272" y="2160534"/>
                  </a:lnTo>
                  <a:lnTo>
                    <a:pt x="2103456" y="2162134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017233" y="4840585"/>
            <a:ext cx="1583690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90">
                <a:solidFill>
                  <a:srgbClr val="EBF5FE"/>
                </a:solidFill>
                <a:latin typeface="Arial Black"/>
                <a:cs typeface="Arial Black"/>
              </a:rPr>
              <a:t>Controlador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02095" y="5478771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4" h="598804">
                <a:moveTo>
                  <a:pt x="299293" y="598586"/>
                </a:moveTo>
                <a:lnTo>
                  <a:pt x="250787" y="594664"/>
                </a:lnTo>
                <a:lnTo>
                  <a:pt x="204757" y="583312"/>
                </a:lnTo>
                <a:lnTo>
                  <a:pt x="161824" y="565148"/>
                </a:lnTo>
                <a:lnTo>
                  <a:pt x="122607" y="540792"/>
                </a:lnTo>
                <a:lnTo>
                  <a:pt x="87723" y="510862"/>
                </a:lnTo>
                <a:lnTo>
                  <a:pt x="57794" y="475979"/>
                </a:lnTo>
                <a:lnTo>
                  <a:pt x="33438" y="436761"/>
                </a:lnTo>
                <a:lnTo>
                  <a:pt x="15274" y="393828"/>
                </a:lnTo>
                <a:lnTo>
                  <a:pt x="3921" y="347799"/>
                </a:lnTo>
                <a:lnTo>
                  <a:pt x="0" y="299293"/>
                </a:lnTo>
                <a:lnTo>
                  <a:pt x="3921" y="250787"/>
                </a:lnTo>
                <a:lnTo>
                  <a:pt x="15274" y="204757"/>
                </a:lnTo>
                <a:lnTo>
                  <a:pt x="33438" y="161824"/>
                </a:lnTo>
                <a:lnTo>
                  <a:pt x="57794" y="122607"/>
                </a:lnTo>
                <a:lnTo>
                  <a:pt x="87723" y="87723"/>
                </a:lnTo>
                <a:lnTo>
                  <a:pt x="122607" y="57794"/>
                </a:lnTo>
                <a:lnTo>
                  <a:pt x="161824" y="33438"/>
                </a:lnTo>
                <a:lnTo>
                  <a:pt x="204757" y="15274"/>
                </a:lnTo>
                <a:lnTo>
                  <a:pt x="250787" y="3921"/>
                </a:lnTo>
                <a:lnTo>
                  <a:pt x="299293" y="0"/>
                </a:lnTo>
                <a:lnTo>
                  <a:pt x="347799" y="3921"/>
                </a:lnTo>
                <a:lnTo>
                  <a:pt x="393828" y="15274"/>
                </a:lnTo>
                <a:lnTo>
                  <a:pt x="436761" y="33438"/>
                </a:lnTo>
                <a:lnTo>
                  <a:pt x="475979" y="57794"/>
                </a:lnTo>
                <a:lnTo>
                  <a:pt x="510862" y="87723"/>
                </a:lnTo>
                <a:lnTo>
                  <a:pt x="540792" y="122607"/>
                </a:lnTo>
                <a:lnTo>
                  <a:pt x="556944" y="148614"/>
                </a:lnTo>
                <a:lnTo>
                  <a:pt x="243562" y="148614"/>
                </a:lnTo>
                <a:lnTo>
                  <a:pt x="239434" y="152742"/>
                </a:lnTo>
                <a:lnTo>
                  <a:pt x="235306" y="155838"/>
                </a:lnTo>
                <a:lnTo>
                  <a:pt x="234274" y="163063"/>
                </a:lnTo>
                <a:lnTo>
                  <a:pt x="238402" y="167191"/>
                </a:lnTo>
                <a:lnTo>
                  <a:pt x="338511" y="288972"/>
                </a:lnTo>
                <a:lnTo>
                  <a:pt x="343671" y="295165"/>
                </a:lnTo>
                <a:lnTo>
                  <a:pt x="343671" y="303421"/>
                </a:lnTo>
                <a:lnTo>
                  <a:pt x="338511" y="309613"/>
                </a:lnTo>
                <a:lnTo>
                  <a:pt x="238402" y="432427"/>
                </a:lnTo>
                <a:lnTo>
                  <a:pt x="234274" y="436555"/>
                </a:lnTo>
                <a:lnTo>
                  <a:pt x="235306" y="442747"/>
                </a:lnTo>
                <a:lnTo>
                  <a:pt x="239434" y="446875"/>
                </a:lnTo>
                <a:lnTo>
                  <a:pt x="243562" y="448939"/>
                </a:lnTo>
                <a:lnTo>
                  <a:pt x="557585" y="448939"/>
                </a:lnTo>
                <a:lnTo>
                  <a:pt x="540792" y="475979"/>
                </a:lnTo>
                <a:lnTo>
                  <a:pt x="510862" y="510862"/>
                </a:lnTo>
                <a:lnTo>
                  <a:pt x="475979" y="540792"/>
                </a:lnTo>
                <a:lnTo>
                  <a:pt x="436761" y="565148"/>
                </a:lnTo>
                <a:lnTo>
                  <a:pt x="393828" y="583312"/>
                </a:lnTo>
                <a:lnTo>
                  <a:pt x="347799" y="594664"/>
                </a:lnTo>
                <a:lnTo>
                  <a:pt x="299293" y="598586"/>
                </a:lnTo>
                <a:close/>
              </a:path>
              <a:path w="598804" h="598804">
                <a:moveTo>
                  <a:pt x="557585" y="448939"/>
                </a:moveTo>
                <a:lnTo>
                  <a:pt x="248723" y="448939"/>
                </a:lnTo>
                <a:lnTo>
                  <a:pt x="251819" y="446875"/>
                </a:lnTo>
                <a:lnTo>
                  <a:pt x="253883" y="444811"/>
                </a:lnTo>
                <a:lnTo>
                  <a:pt x="355023" y="323030"/>
                </a:lnTo>
                <a:lnTo>
                  <a:pt x="360812" y="311548"/>
                </a:lnTo>
                <a:lnTo>
                  <a:pt x="362635" y="299293"/>
                </a:lnTo>
                <a:lnTo>
                  <a:pt x="360393" y="287037"/>
                </a:lnTo>
                <a:lnTo>
                  <a:pt x="353991" y="275556"/>
                </a:lnTo>
                <a:lnTo>
                  <a:pt x="253883" y="153774"/>
                </a:lnTo>
                <a:lnTo>
                  <a:pt x="250787" y="149646"/>
                </a:lnTo>
                <a:lnTo>
                  <a:pt x="243562" y="148614"/>
                </a:lnTo>
                <a:lnTo>
                  <a:pt x="556944" y="148614"/>
                </a:lnTo>
                <a:lnTo>
                  <a:pt x="565148" y="161824"/>
                </a:lnTo>
                <a:lnTo>
                  <a:pt x="583312" y="204757"/>
                </a:lnTo>
                <a:lnTo>
                  <a:pt x="594664" y="250787"/>
                </a:lnTo>
                <a:lnTo>
                  <a:pt x="598586" y="299293"/>
                </a:lnTo>
                <a:lnTo>
                  <a:pt x="594664" y="347799"/>
                </a:lnTo>
                <a:lnTo>
                  <a:pt x="583312" y="393828"/>
                </a:lnTo>
                <a:lnTo>
                  <a:pt x="565235" y="436555"/>
                </a:lnTo>
                <a:lnTo>
                  <a:pt x="565148" y="436761"/>
                </a:lnTo>
                <a:lnTo>
                  <a:pt x="557585" y="448939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49527" y="5478771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4" h="598804">
                <a:moveTo>
                  <a:pt x="299293" y="598586"/>
                </a:moveTo>
                <a:lnTo>
                  <a:pt x="250787" y="594664"/>
                </a:lnTo>
                <a:lnTo>
                  <a:pt x="204757" y="583312"/>
                </a:lnTo>
                <a:lnTo>
                  <a:pt x="161824" y="565148"/>
                </a:lnTo>
                <a:lnTo>
                  <a:pt x="122607" y="540792"/>
                </a:lnTo>
                <a:lnTo>
                  <a:pt x="87723" y="510862"/>
                </a:lnTo>
                <a:lnTo>
                  <a:pt x="57794" y="475979"/>
                </a:lnTo>
                <a:lnTo>
                  <a:pt x="33438" y="436761"/>
                </a:lnTo>
                <a:lnTo>
                  <a:pt x="15274" y="393828"/>
                </a:lnTo>
                <a:lnTo>
                  <a:pt x="3921" y="347799"/>
                </a:lnTo>
                <a:lnTo>
                  <a:pt x="0" y="299293"/>
                </a:lnTo>
                <a:lnTo>
                  <a:pt x="3921" y="250787"/>
                </a:lnTo>
                <a:lnTo>
                  <a:pt x="15274" y="204757"/>
                </a:lnTo>
                <a:lnTo>
                  <a:pt x="33438" y="161824"/>
                </a:lnTo>
                <a:lnTo>
                  <a:pt x="57794" y="122607"/>
                </a:lnTo>
                <a:lnTo>
                  <a:pt x="87723" y="87723"/>
                </a:lnTo>
                <a:lnTo>
                  <a:pt x="122607" y="57794"/>
                </a:lnTo>
                <a:lnTo>
                  <a:pt x="161824" y="33438"/>
                </a:lnTo>
                <a:lnTo>
                  <a:pt x="204757" y="15274"/>
                </a:lnTo>
                <a:lnTo>
                  <a:pt x="250787" y="3921"/>
                </a:lnTo>
                <a:lnTo>
                  <a:pt x="299293" y="0"/>
                </a:lnTo>
                <a:lnTo>
                  <a:pt x="347799" y="3921"/>
                </a:lnTo>
                <a:lnTo>
                  <a:pt x="393828" y="15274"/>
                </a:lnTo>
                <a:lnTo>
                  <a:pt x="436761" y="33438"/>
                </a:lnTo>
                <a:lnTo>
                  <a:pt x="475979" y="57794"/>
                </a:lnTo>
                <a:lnTo>
                  <a:pt x="510862" y="87723"/>
                </a:lnTo>
                <a:lnTo>
                  <a:pt x="540792" y="122607"/>
                </a:lnTo>
                <a:lnTo>
                  <a:pt x="556944" y="148614"/>
                </a:lnTo>
                <a:lnTo>
                  <a:pt x="243562" y="148614"/>
                </a:lnTo>
                <a:lnTo>
                  <a:pt x="239434" y="152742"/>
                </a:lnTo>
                <a:lnTo>
                  <a:pt x="235306" y="155838"/>
                </a:lnTo>
                <a:lnTo>
                  <a:pt x="234274" y="163063"/>
                </a:lnTo>
                <a:lnTo>
                  <a:pt x="238402" y="167191"/>
                </a:lnTo>
                <a:lnTo>
                  <a:pt x="338511" y="288972"/>
                </a:lnTo>
                <a:lnTo>
                  <a:pt x="343671" y="295165"/>
                </a:lnTo>
                <a:lnTo>
                  <a:pt x="343671" y="303421"/>
                </a:lnTo>
                <a:lnTo>
                  <a:pt x="338511" y="309613"/>
                </a:lnTo>
                <a:lnTo>
                  <a:pt x="238402" y="432427"/>
                </a:lnTo>
                <a:lnTo>
                  <a:pt x="234274" y="436555"/>
                </a:lnTo>
                <a:lnTo>
                  <a:pt x="235306" y="442747"/>
                </a:lnTo>
                <a:lnTo>
                  <a:pt x="239434" y="446875"/>
                </a:lnTo>
                <a:lnTo>
                  <a:pt x="243562" y="448939"/>
                </a:lnTo>
                <a:lnTo>
                  <a:pt x="557585" y="448939"/>
                </a:lnTo>
                <a:lnTo>
                  <a:pt x="540792" y="475979"/>
                </a:lnTo>
                <a:lnTo>
                  <a:pt x="510862" y="510862"/>
                </a:lnTo>
                <a:lnTo>
                  <a:pt x="475979" y="540792"/>
                </a:lnTo>
                <a:lnTo>
                  <a:pt x="436761" y="565148"/>
                </a:lnTo>
                <a:lnTo>
                  <a:pt x="393828" y="583312"/>
                </a:lnTo>
                <a:lnTo>
                  <a:pt x="347799" y="594664"/>
                </a:lnTo>
                <a:lnTo>
                  <a:pt x="299293" y="598586"/>
                </a:lnTo>
                <a:close/>
              </a:path>
              <a:path w="598804" h="598804">
                <a:moveTo>
                  <a:pt x="557585" y="448939"/>
                </a:moveTo>
                <a:lnTo>
                  <a:pt x="248723" y="448939"/>
                </a:lnTo>
                <a:lnTo>
                  <a:pt x="251819" y="446875"/>
                </a:lnTo>
                <a:lnTo>
                  <a:pt x="253883" y="444811"/>
                </a:lnTo>
                <a:lnTo>
                  <a:pt x="355023" y="323030"/>
                </a:lnTo>
                <a:lnTo>
                  <a:pt x="360812" y="311548"/>
                </a:lnTo>
                <a:lnTo>
                  <a:pt x="362635" y="299293"/>
                </a:lnTo>
                <a:lnTo>
                  <a:pt x="360393" y="287037"/>
                </a:lnTo>
                <a:lnTo>
                  <a:pt x="353991" y="275556"/>
                </a:lnTo>
                <a:lnTo>
                  <a:pt x="253883" y="153774"/>
                </a:lnTo>
                <a:lnTo>
                  <a:pt x="250787" y="149646"/>
                </a:lnTo>
                <a:lnTo>
                  <a:pt x="243562" y="148614"/>
                </a:lnTo>
                <a:lnTo>
                  <a:pt x="556944" y="148614"/>
                </a:lnTo>
                <a:lnTo>
                  <a:pt x="565148" y="161824"/>
                </a:lnTo>
                <a:lnTo>
                  <a:pt x="583312" y="204757"/>
                </a:lnTo>
                <a:lnTo>
                  <a:pt x="594664" y="250787"/>
                </a:lnTo>
                <a:lnTo>
                  <a:pt x="598586" y="299293"/>
                </a:lnTo>
                <a:lnTo>
                  <a:pt x="594664" y="347799"/>
                </a:lnTo>
                <a:lnTo>
                  <a:pt x="583312" y="393828"/>
                </a:lnTo>
                <a:lnTo>
                  <a:pt x="565235" y="436555"/>
                </a:lnTo>
                <a:lnTo>
                  <a:pt x="565148" y="436761"/>
                </a:lnTo>
                <a:lnTo>
                  <a:pt x="557585" y="448939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7932325" y="4649173"/>
            <a:ext cx="2579370" cy="2257425"/>
            <a:chOff x="7932325" y="4649173"/>
            <a:chExt cx="2579370" cy="225742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9949" y="4696798"/>
              <a:ext cx="2483660" cy="21626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79950" y="4696798"/>
              <a:ext cx="2484120" cy="2162175"/>
            </a:xfrm>
            <a:custGeom>
              <a:avLst/>
              <a:gdLst/>
              <a:ahLst/>
              <a:cxnLst/>
              <a:rect l="l" t="t" r="r" b="b"/>
              <a:pathLst>
                <a:path w="2484120" h="2162175">
                  <a:moveTo>
                    <a:pt x="380199" y="2162144"/>
                  </a:moveTo>
                  <a:lnTo>
                    <a:pt x="337365" y="2154231"/>
                  </a:lnTo>
                  <a:lnTo>
                    <a:pt x="290764" y="2129624"/>
                  </a:lnTo>
                  <a:lnTo>
                    <a:pt x="246322" y="2089856"/>
                  </a:lnTo>
                  <a:lnTo>
                    <a:pt x="204399" y="2035943"/>
                  </a:lnTo>
                  <a:lnTo>
                    <a:pt x="165356" y="1968897"/>
                  </a:lnTo>
                  <a:lnTo>
                    <a:pt x="147026" y="1930765"/>
                  </a:lnTo>
                  <a:lnTo>
                    <a:pt x="129552" y="1889731"/>
                  </a:lnTo>
                  <a:lnTo>
                    <a:pt x="112978" y="1845919"/>
                  </a:lnTo>
                  <a:lnTo>
                    <a:pt x="97349" y="1799457"/>
                  </a:lnTo>
                  <a:lnTo>
                    <a:pt x="82711" y="1750472"/>
                  </a:lnTo>
                  <a:lnTo>
                    <a:pt x="69109" y="1699090"/>
                  </a:lnTo>
                  <a:lnTo>
                    <a:pt x="56588" y="1645438"/>
                  </a:lnTo>
                  <a:lnTo>
                    <a:pt x="45193" y="1589643"/>
                  </a:lnTo>
                  <a:lnTo>
                    <a:pt x="34969" y="1531830"/>
                  </a:lnTo>
                  <a:lnTo>
                    <a:pt x="25962" y="1472128"/>
                  </a:lnTo>
                  <a:lnTo>
                    <a:pt x="18217" y="1410661"/>
                  </a:lnTo>
                  <a:lnTo>
                    <a:pt x="11779" y="1347558"/>
                  </a:lnTo>
                  <a:lnTo>
                    <a:pt x="6693" y="1282945"/>
                  </a:lnTo>
                  <a:lnTo>
                    <a:pt x="3004" y="1216948"/>
                  </a:lnTo>
                  <a:lnTo>
                    <a:pt x="758" y="1149694"/>
                  </a:lnTo>
                  <a:lnTo>
                    <a:pt x="0" y="1081310"/>
                  </a:lnTo>
                  <a:lnTo>
                    <a:pt x="759" y="1012926"/>
                  </a:lnTo>
                  <a:lnTo>
                    <a:pt x="3006" y="945672"/>
                  </a:lnTo>
                  <a:lnTo>
                    <a:pt x="6696" y="879675"/>
                  </a:lnTo>
                  <a:lnTo>
                    <a:pt x="11782" y="815062"/>
                  </a:lnTo>
                  <a:lnTo>
                    <a:pt x="18222" y="751959"/>
                  </a:lnTo>
                  <a:lnTo>
                    <a:pt x="25968" y="690493"/>
                  </a:lnTo>
                  <a:lnTo>
                    <a:pt x="34976" y="630790"/>
                  </a:lnTo>
                  <a:lnTo>
                    <a:pt x="45200" y="572978"/>
                  </a:lnTo>
                  <a:lnTo>
                    <a:pt x="56596" y="517183"/>
                  </a:lnTo>
                  <a:lnTo>
                    <a:pt x="69118" y="463531"/>
                  </a:lnTo>
                  <a:lnTo>
                    <a:pt x="82721" y="412150"/>
                  </a:lnTo>
                  <a:lnTo>
                    <a:pt x="97360" y="363166"/>
                  </a:lnTo>
                  <a:lnTo>
                    <a:pt x="112990" y="316705"/>
                  </a:lnTo>
                  <a:lnTo>
                    <a:pt x="129565" y="272894"/>
                  </a:lnTo>
                  <a:lnTo>
                    <a:pt x="147041" y="231860"/>
                  </a:lnTo>
                  <a:lnTo>
                    <a:pt x="165371" y="193730"/>
                  </a:lnTo>
                  <a:lnTo>
                    <a:pt x="184512" y="158631"/>
                  </a:lnTo>
                  <a:lnTo>
                    <a:pt x="225043" y="98029"/>
                  </a:lnTo>
                  <a:lnTo>
                    <a:pt x="268271" y="51068"/>
                  </a:lnTo>
                  <a:lnTo>
                    <a:pt x="313835" y="18763"/>
                  </a:lnTo>
                  <a:lnTo>
                    <a:pt x="361373" y="2126"/>
                  </a:lnTo>
                  <a:lnTo>
                    <a:pt x="2097873" y="0"/>
                  </a:lnTo>
                  <a:lnTo>
                    <a:pt x="2122270" y="2121"/>
                  </a:lnTo>
                  <a:lnTo>
                    <a:pt x="2169812" y="18755"/>
                  </a:lnTo>
                  <a:lnTo>
                    <a:pt x="2215380" y="51060"/>
                  </a:lnTo>
                  <a:lnTo>
                    <a:pt x="2258611" y="98021"/>
                  </a:lnTo>
                  <a:lnTo>
                    <a:pt x="2299143" y="158624"/>
                  </a:lnTo>
                  <a:lnTo>
                    <a:pt x="2318284" y="193724"/>
                  </a:lnTo>
                  <a:lnTo>
                    <a:pt x="2336616" y="231855"/>
                  </a:lnTo>
                  <a:lnTo>
                    <a:pt x="2354092" y="272889"/>
                  </a:lnTo>
                  <a:lnTo>
                    <a:pt x="2370667" y="316700"/>
                  </a:lnTo>
                  <a:lnTo>
                    <a:pt x="2386297" y="363161"/>
                  </a:lnTo>
                  <a:lnTo>
                    <a:pt x="2400936" y="412146"/>
                  </a:lnTo>
                  <a:lnTo>
                    <a:pt x="2414540" y="463528"/>
                  </a:lnTo>
                  <a:lnTo>
                    <a:pt x="2427062" y="517180"/>
                  </a:lnTo>
                  <a:lnTo>
                    <a:pt x="2438458" y="572976"/>
                  </a:lnTo>
                  <a:lnTo>
                    <a:pt x="2448683" y="630788"/>
                  </a:lnTo>
                  <a:lnTo>
                    <a:pt x="2457691" y="690491"/>
                  </a:lnTo>
                  <a:lnTo>
                    <a:pt x="2465437" y="751957"/>
                  </a:lnTo>
                  <a:lnTo>
                    <a:pt x="2471876" y="815061"/>
                  </a:lnTo>
                  <a:lnTo>
                    <a:pt x="2476963" y="879674"/>
                  </a:lnTo>
                  <a:lnTo>
                    <a:pt x="2480653" y="945672"/>
                  </a:lnTo>
                  <a:lnTo>
                    <a:pt x="2482900" y="1012926"/>
                  </a:lnTo>
                  <a:lnTo>
                    <a:pt x="2483659" y="1081310"/>
                  </a:lnTo>
                  <a:lnTo>
                    <a:pt x="2482901" y="1149695"/>
                  </a:lnTo>
                  <a:lnTo>
                    <a:pt x="2480655" y="1216949"/>
                  </a:lnTo>
                  <a:lnTo>
                    <a:pt x="2476966" y="1282946"/>
                  </a:lnTo>
                  <a:lnTo>
                    <a:pt x="2471880" y="1347560"/>
                  </a:lnTo>
                  <a:lnTo>
                    <a:pt x="2465441" y="1410664"/>
                  </a:lnTo>
                  <a:lnTo>
                    <a:pt x="2457696" y="1472130"/>
                  </a:lnTo>
                  <a:lnTo>
                    <a:pt x="2448689" y="1531834"/>
                  </a:lnTo>
                  <a:lnTo>
                    <a:pt x="2438465" y="1589647"/>
                  </a:lnTo>
                  <a:lnTo>
                    <a:pt x="2427070" y="1645443"/>
                  </a:lnTo>
                  <a:lnTo>
                    <a:pt x="2414549" y="1699095"/>
                  </a:lnTo>
                  <a:lnTo>
                    <a:pt x="2400946" y="1750478"/>
                  </a:lnTo>
                  <a:lnTo>
                    <a:pt x="2386308" y="1799463"/>
                  </a:lnTo>
                  <a:lnTo>
                    <a:pt x="2370679" y="1845926"/>
                  </a:lnTo>
                  <a:lnTo>
                    <a:pt x="2354105" y="1889738"/>
                  </a:lnTo>
                  <a:lnTo>
                    <a:pt x="2336630" y="1930773"/>
                  </a:lnTo>
                  <a:lnTo>
                    <a:pt x="2318299" y="1968906"/>
                  </a:lnTo>
                  <a:lnTo>
                    <a:pt x="2299159" y="2004008"/>
                  </a:lnTo>
                  <a:lnTo>
                    <a:pt x="2258628" y="2064616"/>
                  </a:lnTo>
                  <a:lnTo>
                    <a:pt x="2215396" y="2111584"/>
                  </a:lnTo>
                  <a:lnTo>
                    <a:pt x="2169824" y="2143896"/>
                  </a:lnTo>
                  <a:lnTo>
                    <a:pt x="2122272" y="2160534"/>
                  </a:lnTo>
                  <a:lnTo>
                    <a:pt x="2103458" y="2162134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8593650" y="4840585"/>
            <a:ext cx="1096645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10">
                <a:solidFill>
                  <a:srgbClr val="EBF5FE"/>
                </a:solidFill>
                <a:latin typeface="Arial Black"/>
                <a:cs typeface="Arial Black"/>
              </a:rPr>
              <a:t>Negocio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596958" y="5478771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4" h="598804">
                <a:moveTo>
                  <a:pt x="299293" y="598586"/>
                </a:moveTo>
                <a:lnTo>
                  <a:pt x="250787" y="594664"/>
                </a:lnTo>
                <a:lnTo>
                  <a:pt x="204757" y="583312"/>
                </a:lnTo>
                <a:lnTo>
                  <a:pt x="161824" y="565148"/>
                </a:lnTo>
                <a:lnTo>
                  <a:pt x="122607" y="540792"/>
                </a:lnTo>
                <a:lnTo>
                  <a:pt x="87723" y="510862"/>
                </a:lnTo>
                <a:lnTo>
                  <a:pt x="57794" y="475979"/>
                </a:lnTo>
                <a:lnTo>
                  <a:pt x="33438" y="436761"/>
                </a:lnTo>
                <a:lnTo>
                  <a:pt x="15274" y="393828"/>
                </a:lnTo>
                <a:lnTo>
                  <a:pt x="3921" y="347799"/>
                </a:lnTo>
                <a:lnTo>
                  <a:pt x="0" y="299293"/>
                </a:lnTo>
                <a:lnTo>
                  <a:pt x="3921" y="250787"/>
                </a:lnTo>
                <a:lnTo>
                  <a:pt x="15274" y="204757"/>
                </a:lnTo>
                <a:lnTo>
                  <a:pt x="33438" y="161824"/>
                </a:lnTo>
                <a:lnTo>
                  <a:pt x="57794" y="122607"/>
                </a:lnTo>
                <a:lnTo>
                  <a:pt x="87723" y="87723"/>
                </a:lnTo>
                <a:lnTo>
                  <a:pt x="122607" y="57794"/>
                </a:lnTo>
                <a:lnTo>
                  <a:pt x="161824" y="33438"/>
                </a:lnTo>
                <a:lnTo>
                  <a:pt x="204757" y="15274"/>
                </a:lnTo>
                <a:lnTo>
                  <a:pt x="250787" y="3921"/>
                </a:lnTo>
                <a:lnTo>
                  <a:pt x="299293" y="0"/>
                </a:lnTo>
                <a:lnTo>
                  <a:pt x="347799" y="3921"/>
                </a:lnTo>
                <a:lnTo>
                  <a:pt x="393828" y="15274"/>
                </a:lnTo>
                <a:lnTo>
                  <a:pt x="436761" y="33438"/>
                </a:lnTo>
                <a:lnTo>
                  <a:pt x="475979" y="57794"/>
                </a:lnTo>
                <a:lnTo>
                  <a:pt x="510862" y="87723"/>
                </a:lnTo>
                <a:lnTo>
                  <a:pt x="540792" y="122607"/>
                </a:lnTo>
                <a:lnTo>
                  <a:pt x="556944" y="148614"/>
                </a:lnTo>
                <a:lnTo>
                  <a:pt x="243562" y="148614"/>
                </a:lnTo>
                <a:lnTo>
                  <a:pt x="239434" y="152742"/>
                </a:lnTo>
                <a:lnTo>
                  <a:pt x="235306" y="155838"/>
                </a:lnTo>
                <a:lnTo>
                  <a:pt x="234274" y="163063"/>
                </a:lnTo>
                <a:lnTo>
                  <a:pt x="238402" y="167191"/>
                </a:lnTo>
                <a:lnTo>
                  <a:pt x="338511" y="288972"/>
                </a:lnTo>
                <a:lnTo>
                  <a:pt x="343671" y="295165"/>
                </a:lnTo>
                <a:lnTo>
                  <a:pt x="343671" y="303421"/>
                </a:lnTo>
                <a:lnTo>
                  <a:pt x="338511" y="309613"/>
                </a:lnTo>
                <a:lnTo>
                  <a:pt x="238402" y="432427"/>
                </a:lnTo>
                <a:lnTo>
                  <a:pt x="234274" y="436555"/>
                </a:lnTo>
                <a:lnTo>
                  <a:pt x="235306" y="442747"/>
                </a:lnTo>
                <a:lnTo>
                  <a:pt x="239434" y="446875"/>
                </a:lnTo>
                <a:lnTo>
                  <a:pt x="243562" y="448939"/>
                </a:lnTo>
                <a:lnTo>
                  <a:pt x="557585" y="448939"/>
                </a:lnTo>
                <a:lnTo>
                  <a:pt x="540792" y="475979"/>
                </a:lnTo>
                <a:lnTo>
                  <a:pt x="510862" y="510862"/>
                </a:lnTo>
                <a:lnTo>
                  <a:pt x="475979" y="540792"/>
                </a:lnTo>
                <a:lnTo>
                  <a:pt x="436761" y="565148"/>
                </a:lnTo>
                <a:lnTo>
                  <a:pt x="393828" y="583312"/>
                </a:lnTo>
                <a:lnTo>
                  <a:pt x="347799" y="594664"/>
                </a:lnTo>
                <a:lnTo>
                  <a:pt x="299293" y="598586"/>
                </a:lnTo>
                <a:close/>
              </a:path>
              <a:path w="598804" h="598804">
                <a:moveTo>
                  <a:pt x="557585" y="448939"/>
                </a:moveTo>
                <a:lnTo>
                  <a:pt x="248723" y="448939"/>
                </a:lnTo>
                <a:lnTo>
                  <a:pt x="251819" y="446875"/>
                </a:lnTo>
                <a:lnTo>
                  <a:pt x="253883" y="444811"/>
                </a:lnTo>
                <a:lnTo>
                  <a:pt x="355023" y="323030"/>
                </a:lnTo>
                <a:lnTo>
                  <a:pt x="360812" y="311548"/>
                </a:lnTo>
                <a:lnTo>
                  <a:pt x="362635" y="299293"/>
                </a:lnTo>
                <a:lnTo>
                  <a:pt x="360393" y="287037"/>
                </a:lnTo>
                <a:lnTo>
                  <a:pt x="353991" y="275556"/>
                </a:lnTo>
                <a:lnTo>
                  <a:pt x="253883" y="153774"/>
                </a:lnTo>
                <a:lnTo>
                  <a:pt x="250787" y="149646"/>
                </a:lnTo>
                <a:lnTo>
                  <a:pt x="243562" y="148614"/>
                </a:lnTo>
                <a:lnTo>
                  <a:pt x="556944" y="148614"/>
                </a:lnTo>
                <a:lnTo>
                  <a:pt x="565148" y="161824"/>
                </a:lnTo>
                <a:lnTo>
                  <a:pt x="583312" y="204757"/>
                </a:lnTo>
                <a:lnTo>
                  <a:pt x="594664" y="250787"/>
                </a:lnTo>
                <a:lnTo>
                  <a:pt x="598586" y="299293"/>
                </a:lnTo>
                <a:lnTo>
                  <a:pt x="594664" y="347799"/>
                </a:lnTo>
                <a:lnTo>
                  <a:pt x="583312" y="393828"/>
                </a:lnTo>
                <a:lnTo>
                  <a:pt x="565235" y="436555"/>
                </a:lnTo>
                <a:lnTo>
                  <a:pt x="565148" y="436761"/>
                </a:lnTo>
                <a:lnTo>
                  <a:pt x="557585" y="448939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11341758" y="4649173"/>
            <a:ext cx="2579370" cy="2257425"/>
            <a:chOff x="11341758" y="4649173"/>
            <a:chExt cx="2579370" cy="225742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89384" y="4696798"/>
              <a:ext cx="2483659" cy="216266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9383" y="4696798"/>
              <a:ext cx="2484120" cy="2162175"/>
            </a:xfrm>
            <a:custGeom>
              <a:avLst/>
              <a:gdLst/>
              <a:ahLst/>
              <a:cxnLst/>
              <a:rect l="l" t="t" r="r" b="b"/>
              <a:pathLst>
                <a:path w="2484119" h="2162175">
                  <a:moveTo>
                    <a:pt x="380199" y="2162144"/>
                  </a:moveTo>
                  <a:lnTo>
                    <a:pt x="337365" y="2154231"/>
                  </a:lnTo>
                  <a:lnTo>
                    <a:pt x="290764" y="2129624"/>
                  </a:lnTo>
                  <a:lnTo>
                    <a:pt x="246322" y="2089856"/>
                  </a:lnTo>
                  <a:lnTo>
                    <a:pt x="204399" y="2035943"/>
                  </a:lnTo>
                  <a:lnTo>
                    <a:pt x="165356" y="1968897"/>
                  </a:lnTo>
                  <a:lnTo>
                    <a:pt x="147026" y="1930765"/>
                  </a:lnTo>
                  <a:lnTo>
                    <a:pt x="129552" y="1889731"/>
                  </a:lnTo>
                  <a:lnTo>
                    <a:pt x="112978" y="1845919"/>
                  </a:lnTo>
                  <a:lnTo>
                    <a:pt x="97349" y="1799457"/>
                  </a:lnTo>
                  <a:lnTo>
                    <a:pt x="82711" y="1750472"/>
                  </a:lnTo>
                  <a:lnTo>
                    <a:pt x="69109" y="1699090"/>
                  </a:lnTo>
                  <a:lnTo>
                    <a:pt x="56588" y="1645438"/>
                  </a:lnTo>
                  <a:lnTo>
                    <a:pt x="45193" y="1589643"/>
                  </a:lnTo>
                  <a:lnTo>
                    <a:pt x="34969" y="1531830"/>
                  </a:lnTo>
                  <a:lnTo>
                    <a:pt x="25962" y="1472128"/>
                  </a:lnTo>
                  <a:lnTo>
                    <a:pt x="18217" y="1410661"/>
                  </a:lnTo>
                  <a:lnTo>
                    <a:pt x="11779" y="1347558"/>
                  </a:lnTo>
                  <a:lnTo>
                    <a:pt x="6693" y="1282945"/>
                  </a:lnTo>
                  <a:lnTo>
                    <a:pt x="3004" y="1216948"/>
                  </a:lnTo>
                  <a:lnTo>
                    <a:pt x="758" y="1149694"/>
                  </a:lnTo>
                  <a:lnTo>
                    <a:pt x="0" y="1081310"/>
                  </a:lnTo>
                  <a:lnTo>
                    <a:pt x="759" y="1012926"/>
                  </a:lnTo>
                  <a:lnTo>
                    <a:pt x="3006" y="945672"/>
                  </a:lnTo>
                  <a:lnTo>
                    <a:pt x="6696" y="879675"/>
                  </a:lnTo>
                  <a:lnTo>
                    <a:pt x="11782" y="815062"/>
                  </a:lnTo>
                  <a:lnTo>
                    <a:pt x="18222" y="751959"/>
                  </a:lnTo>
                  <a:lnTo>
                    <a:pt x="25968" y="690493"/>
                  </a:lnTo>
                  <a:lnTo>
                    <a:pt x="34976" y="630790"/>
                  </a:lnTo>
                  <a:lnTo>
                    <a:pt x="45200" y="572978"/>
                  </a:lnTo>
                  <a:lnTo>
                    <a:pt x="56596" y="517183"/>
                  </a:lnTo>
                  <a:lnTo>
                    <a:pt x="69118" y="463531"/>
                  </a:lnTo>
                  <a:lnTo>
                    <a:pt x="82721" y="412150"/>
                  </a:lnTo>
                  <a:lnTo>
                    <a:pt x="97360" y="363166"/>
                  </a:lnTo>
                  <a:lnTo>
                    <a:pt x="112990" y="316705"/>
                  </a:lnTo>
                  <a:lnTo>
                    <a:pt x="129565" y="272894"/>
                  </a:lnTo>
                  <a:lnTo>
                    <a:pt x="147041" y="231861"/>
                  </a:lnTo>
                  <a:lnTo>
                    <a:pt x="165371" y="193730"/>
                  </a:lnTo>
                  <a:lnTo>
                    <a:pt x="184512" y="158631"/>
                  </a:lnTo>
                  <a:lnTo>
                    <a:pt x="225043" y="98029"/>
                  </a:lnTo>
                  <a:lnTo>
                    <a:pt x="268271" y="51068"/>
                  </a:lnTo>
                  <a:lnTo>
                    <a:pt x="313835" y="18763"/>
                  </a:lnTo>
                  <a:lnTo>
                    <a:pt x="361373" y="2126"/>
                  </a:lnTo>
                  <a:lnTo>
                    <a:pt x="2097873" y="0"/>
                  </a:lnTo>
                  <a:lnTo>
                    <a:pt x="2122270" y="2121"/>
                  </a:lnTo>
                  <a:lnTo>
                    <a:pt x="2169812" y="18755"/>
                  </a:lnTo>
                  <a:lnTo>
                    <a:pt x="2215380" y="51060"/>
                  </a:lnTo>
                  <a:lnTo>
                    <a:pt x="2258610" y="98021"/>
                  </a:lnTo>
                  <a:lnTo>
                    <a:pt x="2299142" y="158624"/>
                  </a:lnTo>
                  <a:lnTo>
                    <a:pt x="2318284" y="193724"/>
                  </a:lnTo>
                  <a:lnTo>
                    <a:pt x="2336615" y="231855"/>
                  </a:lnTo>
                  <a:lnTo>
                    <a:pt x="2354091" y="272889"/>
                  </a:lnTo>
                  <a:lnTo>
                    <a:pt x="2370666" y="316700"/>
                  </a:lnTo>
                  <a:lnTo>
                    <a:pt x="2386296" y="363161"/>
                  </a:lnTo>
                  <a:lnTo>
                    <a:pt x="2400936" y="412146"/>
                  </a:lnTo>
                  <a:lnTo>
                    <a:pt x="2414539" y="463528"/>
                  </a:lnTo>
                  <a:lnTo>
                    <a:pt x="2427061" y="517180"/>
                  </a:lnTo>
                  <a:lnTo>
                    <a:pt x="2438457" y="572976"/>
                  </a:lnTo>
                  <a:lnTo>
                    <a:pt x="2448682" y="630788"/>
                  </a:lnTo>
                  <a:lnTo>
                    <a:pt x="2457690" y="690491"/>
                  </a:lnTo>
                  <a:lnTo>
                    <a:pt x="2465436" y="751958"/>
                  </a:lnTo>
                  <a:lnTo>
                    <a:pt x="2471875" y="815061"/>
                  </a:lnTo>
                  <a:lnTo>
                    <a:pt x="2476962" y="879675"/>
                  </a:lnTo>
                  <a:lnTo>
                    <a:pt x="2480652" y="945672"/>
                  </a:lnTo>
                  <a:lnTo>
                    <a:pt x="2482899" y="1012926"/>
                  </a:lnTo>
                  <a:lnTo>
                    <a:pt x="2483658" y="1081310"/>
                  </a:lnTo>
                  <a:lnTo>
                    <a:pt x="2482900" y="1149695"/>
                  </a:lnTo>
                  <a:lnTo>
                    <a:pt x="2480654" y="1216949"/>
                  </a:lnTo>
                  <a:lnTo>
                    <a:pt x="2476965" y="1282946"/>
                  </a:lnTo>
                  <a:lnTo>
                    <a:pt x="2471879" y="1347560"/>
                  </a:lnTo>
                  <a:lnTo>
                    <a:pt x="2465441" y="1410664"/>
                  </a:lnTo>
                  <a:lnTo>
                    <a:pt x="2457695" y="1472130"/>
                  </a:lnTo>
                  <a:lnTo>
                    <a:pt x="2448688" y="1531833"/>
                  </a:lnTo>
                  <a:lnTo>
                    <a:pt x="2438465" y="1589646"/>
                  </a:lnTo>
                  <a:lnTo>
                    <a:pt x="2427069" y="1645442"/>
                  </a:lnTo>
                  <a:lnTo>
                    <a:pt x="2414548" y="1699095"/>
                  </a:lnTo>
                  <a:lnTo>
                    <a:pt x="2400946" y="1750478"/>
                  </a:lnTo>
                  <a:lnTo>
                    <a:pt x="2386307" y="1799463"/>
                  </a:lnTo>
                  <a:lnTo>
                    <a:pt x="2370678" y="1845925"/>
                  </a:lnTo>
                  <a:lnTo>
                    <a:pt x="2354104" y="1889738"/>
                  </a:lnTo>
                  <a:lnTo>
                    <a:pt x="2336629" y="1930773"/>
                  </a:lnTo>
                  <a:lnTo>
                    <a:pt x="2318299" y="1968905"/>
                  </a:lnTo>
                  <a:lnTo>
                    <a:pt x="2299158" y="2004007"/>
                  </a:lnTo>
                  <a:lnTo>
                    <a:pt x="2258628" y="2064615"/>
                  </a:lnTo>
                  <a:lnTo>
                    <a:pt x="2215396" y="2111583"/>
                  </a:lnTo>
                  <a:lnTo>
                    <a:pt x="2169823" y="2143896"/>
                  </a:lnTo>
                  <a:lnTo>
                    <a:pt x="2122272" y="2160534"/>
                  </a:lnTo>
                  <a:lnTo>
                    <a:pt x="2103458" y="2162134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2240490" y="4840585"/>
            <a:ext cx="781685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05">
                <a:solidFill>
                  <a:srgbClr val="EBF5FE"/>
                </a:solidFill>
                <a:latin typeface="Arial Black"/>
                <a:cs typeface="Arial Black"/>
              </a:rPr>
              <a:t>Datos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006393" y="5478771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5" h="598804">
                <a:moveTo>
                  <a:pt x="299293" y="598586"/>
                </a:moveTo>
                <a:lnTo>
                  <a:pt x="250787" y="594664"/>
                </a:lnTo>
                <a:lnTo>
                  <a:pt x="204757" y="583312"/>
                </a:lnTo>
                <a:lnTo>
                  <a:pt x="161824" y="565148"/>
                </a:lnTo>
                <a:lnTo>
                  <a:pt x="122607" y="540792"/>
                </a:lnTo>
                <a:lnTo>
                  <a:pt x="87723" y="510862"/>
                </a:lnTo>
                <a:lnTo>
                  <a:pt x="57794" y="475979"/>
                </a:lnTo>
                <a:lnTo>
                  <a:pt x="33438" y="436761"/>
                </a:lnTo>
                <a:lnTo>
                  <a:pt x="15274" y="393828"/>
                </a:lnTo>
                <a:lnTo>
                  <a:pt x="3921" y="347799"/>
                </a:lnTo>
                <a:lnTo>
                  <a:pt x="0" y="299293"/>
                </a:lnTo>
                <a:lnTo>
                  <a:pt x="3921" y="250787"/>
                </a:lnTo>
                <a:lnTo>
                  <a:pt x="15274" y="204757"/>
                </a:lnTo>
                <a:lnTo>
                  <a:pt x="33438" y="161824"/>
                </a:lnTo>
                <a:lnTo>
                  <a:pt x="57794" y="122607"/>
                </a:lnTo>
                <a:lnTo>
                  <a:pt x="87723" y="87723"/>
                </a:lnTo>
                <a:lnTo>
                  <a:pt x="122607" y="57794"/>
                </a:lnTo>
                <a:lnTo>
                  <a:pt x="161824" y="33438"/>
                </a:lnTo>
                <a:lnTo>
                  <a:pt x="204757" y="15274"/>
                </a:lnTo>
                <a:lnTo>
                  <a:pt x="250787" y="3921"/>
                </a:lnTo>
                <a:lnTo>
                  <a:pt x="299293" y="0"/>
                </a:lnTo>
                <a:lnTo>
                  <a:pt x="347799" y="3921"/>
                </a:lnTo>
                <a:lnTo>
                  <a:pt x="393828" y="15274"/>
                </a:lnTo>
                <a:lnTo>
                  <a:pt x="436761" y="33438"/>
                </a:lnTo>
                <a:lnTo>
                  <a:pt x="475979" y="57794"/>
                </a:lnTo>
                <a:lnTo>
                  <a:pt x="510862" y="87723"/>
                </a:lnTo>
                <a:lnTo>
                  <a:pt x="540792" y="122607"/>
                </a:lnTo>
                <a:lnTo>
                  <a:pt x="556944" y="148614"/>
                </a:lnTo>
                <a:lnTo>
                  <a:pt x="243562" y="148614"/>
                </a:lnTo>
                <a:lnTo>
                  <a:pt x="239434" y="152742"/>
                </a:lnTo>
                <a:lnTo>
                  <a:pt x="235306" y="155838"/>
                </a:lnTo>
                <a:lnTo>
                  <a:pt x="234274" y="163063"/>
                </a:lnTo>
                <a:lnTo>
                  <a:pt x="238402" y="167191"/>
                </a:lnTo>
                <a:lnTo>
                  <a:pt x="338511" y="288972"/>
                </a:lnTo>
                <a:lnTo>
                  <a:pt x="343671" y="295165"/>
                </a:lnTo>
                <a:lnTo>
                  <a:pt x="343671" y="303421"/>
                </a:lnTo>
                <a:lnTo>
                  <a:pt x="338511" y="309613"/>
                </a:lnTo>
                <a:lnTo>
                  <a:pt x="238402" y="432427"/>
                </a:lnTo>
                <a:lnTo>
                  <a:pt x="234274" y="436555"/>
                </a:lnTo>
                <a:lnTo>
                  <a:pt x="235306" y="442747"/>
                </a:lnTo>
                <a:lnTo>
                  <a:pt x="239434" y="446875"/>
                </a:lnTo>
                <a:lnTo>
                  <a:pt x="243562" y="448939"/>
                </a:lnTo>
                <a:lnTo>
                  <a:pt x="557585" y="448939"/>
                </a:lnTo>
                <a:lnTo>
                  <a:pt x="540792" y="475979"/>
                </a:lnTo>
                <a:lnTo>
                  <a:pt x="510862" y="510862"/>
                </a:lnTo>
                <a:lnTo>
                  <a:pt x="475979" y="540792"/>
                </a:lnTo>
                <a:lnTo>
                  <a:pt x="436761" y="565148"/>
                </a:lnTo>
                <a:lnTo>
                  <a:pt x="393828" y="583312"/>
                </a:lnTo>
                <a:lnTo>
                  <a:pt x="347799" y="594664"/>
                </a:lnTo>
                <a:lnTo>
                  <a:pt x="299293" y="598586"/>
                </a:lnTo>
                <a:close/>
              </a:path>
              <a:path w="598805" h="598804">
                <a:moveTo>
                  <a:pt x="557585" y="448939"/>
                </a:moveTo>
                <a:lnTo>
                  <a:pt x="248723" y="448939"/>
                </a:lnTo>
                <a:lnTo>
                  <a:pt x="251819" y="446875"/>
                </a:lnTo>
                <a:lnTo>
                  <a:pt x="253883" y="444811"/>
                </a:lnTo>
                <a:lnTo>
                  <a:pt x="355023" y="323030"/>
                </a:lnTo>
                <a:lnTo>
                  <a:pt x="360812" y="311548"/>
                </a:lnTo>
                <a:lnTo>
                  <a:pt x="362635" y="299293"/>
                </a:lnTo>
                <a:lnTo>
                  <a:pt x="360393" y="287037"/>
                </a:lnTo>
                <a:lnTo>
                  <a:pt x="353991" y="275556"/>
                </a:lnTo>
                <a:lnTo>
                  <a:pt x="253883" y="153774"/>
                </a:lnTo>
                <a:lnTo>
                  <a:pt x="250787" y="149646"/>
                </a:lnTo>
                <a:lnTo>
                  <a:pt x="243562" y="148614"/>
                </a:lnTo>
                <a:lnTo>
                  <a:pt x="556944" y="148614"/>
                </a:lnTo>
                <a:lnTo>
                  <a:pt x="565148" y="161824"/>
                </a:lnTo>
                <a:lnTo>
                  <a:pt x="583312" y="204757"/>
                </a:lnTo>
                <a:lnTo>
                  <a:pt x="594664" y="250787"/>
                </a:lnTo>
                <a:lnTo>
                  <a:pt x="598586" y="299293"/>
                </a:lnTo>
                <a:lnTo>
                  <a:pt x="594664" y="347799"/>
                </a:lnTo>
                <a:lnTo>
                  <a:pt x="583312" y="393828"/>
                </a:lnTo>
                <a:lnTo>
                  <a:pt x="565235" y="436555"/>
                </a:lnTo>
                <a:lnTo>
                  <a:pt x="565148" y="436761"/>
                </a:lnTo>
                <a:lnTo>
                  <a:pt x="557585" y="448939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14690833" y="4587658"/>
            <a:ext cx="2579370" cy="2257425"/>
            <a:chOff x="14690833" y="4587658"/>
            <a:chExt cx="2579370" cy="225742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38457" y="4635283"/>
              <a:ext cx="2483660" cy="21626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4738458" y="4635283"/>
              <a:ext cx="2484120" cy="2162175"/>
            </a:xfrm>
            <a:custGeom>
              <a:avLst/>
              <a:gdLst/>
              <a:ahLst/>
              <a:cxnLst/>
              <a:rect l="l" t="t" r="r" b="b"/>
              <a:pathLst>
                <a:path w="2484119" h="2162175">
                  <a:moveTo>
                    <a:pt x="380200" y="2162144"/>
                  </a:moveTo>
                  <a:lnTo>
                    <a:pt x="337365" y="2154231"/>
                  </a:lnTo>
                  <a:lnTo>
                    <a:pt x="290764" y="2129624"/>
                  </a:lnTo>
                  <a:lnTo>
                    <a:pt x="246322" y="2089856"/>
                  </a:lnTo>
                  <a:lnTo>
                    <a:pt x="204400" y="2035943"/>
                  </a:lnTo>
                  <a:lnTo>
                    <a:pt x="165356" y="1968897"/>
                  </a:lnTo>
                  <a:lnTo>
                    <a:pt x="147026" y="1930765"/>
                  </a:lnTo>
                  <a:lnTo>
                    <a:pt x="129552" y="1889730"/>
                  </a:lnTo>
                  <a:lnTo>
                    <a:pt x="112978" y="1845919"/>
                  </a:lnTo>
                  <a:lnTo>
                    <a:pt x="97349" y="1799457"/>
                  </a:lnTo>
                  <a:lnTo>
                    <a:pt x="82711" y="1750472"/>
                  </a:lnTo>
                  <a:lnTo>
                    <a:pt x="69109" y="1699090"/>
                  </a:lnTo>
                  <a:lnTo>
                    <a:pt x="56588" y="1645438"/>
                  </a:lnTo>
                  <a:lnTo>
                    <a:pt x="45193" y="1589643"/>
                  </a:lnTo>
                  <a:lnTo>
                    <a:pt x="34969" y="1531830"/>
                  </a:lnTo>
                  <a:lnTo>
                    <a:pt x="25962" y="1472127"/>
                  </a:lnTo>
                  <a:lnTo>
                    <a:pt x="18217" y="1410661"/>
                  </a:lnTo>
                  <a:lnTo>
                    <a:pt x="11779" y="1347558"/>
                  </a:lnTo>
                  <a:lnTo>
                    <a:pt x="6693" y="1282945"/>
                  </a:lnTo>
                  <a:lnTo>
                    <a:pt x="3004" y="1216948"/>
                  </a:lnTo>
                  <a:lnTo>
                    <a:pt x="758" y="1149694"/>
                  </a:lnTo>
                  <a:lnTo>
                    <a:pt x="0" y="1081310"/>
                  </a:lnTo>
                  <a:lnTo>
                    <a:pt x="759" y="1012926"/>
                  </a:lnTo>
                  <a:lnTo>
                    <a:pt x="3006" y="945672"/>
                  </a:lnTo>
                  <a:lnTo>
                    <a:pt x="6696" y="879675"/>
                  </a:lnTo>
                  <a:lnTo>
                    <a:pt x="11782" y="815062"/>
                  </a:lnTo>
                  <a:lnTo>
                    <a:pt x="18222" y="751959"/>
                  </a:lnTo>
                  <a:lnTo>
                    <a:pt x="25968" y="690493"/>
                  </a:lnTo>
                  <a:lnTo>
                    <a:pt x="34976" y="630790"/>
                  </a:lnTo>
                  <a:lnTo>
                    <a:pt x="45200" y="572978"/>
                  </a:lnTo>
                  <a:lnTo>
                    <a:pt x="56596" y="517183"/>
                  </a:lnTo>
                  <a:lnTo>
                    <a:pt x="69118" y="463531"/>
                  </a:lnTo>
                  <a:lnTo>
                    <a:pt x="82721" y="412150"/>
                  </a:lnTo>
                  <a:lnTo>
                    <a:pt x="97360" y="363166"/>
                  </a:lnTo>
                  <a:lnTo>
                    <a:pt x="112990" y="316705"/>
                  </a:lnTo>
                  <a:lnTo>
                    <a:pt x="129565" y="272894"/>
                  </a:lnTo>
                  <a:lnTo>
                    <a:pt x="147041" y="231861"/>
                  </a:lnTo>
                  <a:lnTo>
                    <a:pt x="165371" y="193731"/>
                  </a:lnTo>
                  <a:lnTo>
                    <a:pt x="184512" y="158631"/>
                  </a:lnTo>
                  <a:lnTo>
                    <a:pt x="225043" y="98029"/>
                  </a:lnTo>
                  <a:lnTo>
                    <a:pt x="268271" y="51068"/>
                  </a:lnTo>
                  <a:lnTo>
                    <a:pt x="313835" y="18763"/>
                  </a:lnTo>
                  <a:lnTo>
                    <a:pt x="361373" y="2126"/>
                  </a:lnTo>
                  <a:lnTo>
                    <a:pt x="2097873" y="0"/>
                  </a:lnTo>
                  <a:lnTo>
                    <a:pt x="2122270" y="2121"/>
                  </a:lnTo>
                  <a:lnTo>
                    <a:pt x="2169812" y="18754"/>
                  </a:lnTo>
                  <a:lnTo>
                    <a:pt x="2215380" y="51059"/>
                  </a:lnTo>
                  <a:lnTo>
                    <a:pt x="2258611" y="98021"/>
                  </a:lnTo>
                  <a:lnTo>
                    <a:pt x="2299143" y="158624"/>
                  </a:lnTo>
                  <a:lnTo>
                    <a:pt x="2318285" y="193724"/>
                  </a:lnTo>
                  <a:lnTo>
                    <a:pt x="2336616" y="231855"/>
                  </a:lnTo>
                  <a:lnTo>
                    <a:pt x="2354092" y="272889"/>
                  </a:lnTo>
                  <a:lnTo>
                    <a:pt x="2370667" y="316700"/>
                  </a:lnTo>
                  <a:lnTo>
                    <a:pt x="2386297" y="363161"/>
                  </a:lnTo>
                  <a:lnTo>
                    <a:pt x="2400937" y="412146"/>
                  </a:lnTo>
                  <a:lnTo>
                    <a:pt x="2414540" y="463528"/>
                  </a:lnTo>
                  <a:lnTo>
                    <a:pt x="2427063" y="517180"/>
                  </a:lnTo>
                  <a:lnTo>
                    <a:pt x="2438459" y="572976"/>
                  </a:lnTo>
                  <a:lnTo>
                    <a:pt x="2448683" y="630788"/>
                  </a:lnTo>
                  <a:lnTo>
                    <a:pt x="2457691" y="690491"/>
                  </a:lnTo>
                  <a:lnTo>
                    <a:pt x="2465437" y="751957"/>
                  </a:lnTo>
                  <a:lnTo>
                    <a:pt x="2471877" y="815061"/>
                  </a:lnTo>
                  <a:lnTo>
                    <a:pt x="2476964" y="879674"/>
                  </a:lnTo>
                  <a:lnTo>
                    <a:pt x="2480653" y="945672"/>
                  </a:lnTo>
                  <a:lnTo>
                    <a:pt x="2482900" y="1012926"/>
                  </a:lnTo>
                  <a:lnTo>
                    <a:pt x="2483660" y="1081310"/>
                  </a:lnTo>
                  <a:lnTo>
                    <a:pt x="2482901" y="1149695"/>
                  </a:lnTo>
                  <a:lnTo>
                    <a:pt x="2480655" y="1216949"/>
                  </a:lnTo>
                  <a:lnTo>
                    <a:pt x="2476966" y="1282946"/>
                  </a:lnTo>
                  <a:lnTo>
                    <a:pt x="2471880" y="1347560"/>
                  </a:lnTo>
                  <a:lnTo>
                    <a:pt x="2465442" y="1410664"/>
                  </a:lnTo>
                  <a:lnTo>
                    <a:pt x="2457696" y="1472131"/>
                  </a:lnTo>
                  <a:lnTo>
                    <a:pt x="2448689" y="1531834"/>
                  </a:lnTo>
                  <a:lnTo>
                    <a:pt x="2438466" y="1589647"/>
                  </a:lnTo>
                  <a:lnTo>
                    <a:pt x="2427071" y="1645443"/>
                  </a:lnTo>
                  <a:lnTo>
                    <a:pt x="2414549" y="1699095"/>
                  </a:lnTo>
                  <a:lnTo>
                    <a:pt x="2400947" y="1750478"/>
                  </a:lnTo>
                  <a:lnTo>
                    <a:pt x="2386308" y="1799464"/>
                  </a:lnTo>
                  <a:lnTo>
                    <a:pt x="2370679" y="1845926"/>
                  </a:lnTo>
                  <a:lnTo>
                    <a:pt x="2354105" y="1889738"/>
                  </a:lnTo>
                  <a:lnTo>
                    <a:pt x="2336630" y="1930773"/>
                  </a:lnTo>
                  <a:lnTo>
                    <a:pt x="2318300" y="1968906"/>
                  </a:lnTo>
                  <a:lnTo>
                    <a:pt x="2299159" y="2004008"/>
                  </a:lnTo>
                  <a:lnTo>
                    <a:pt x="2258628" y="2064616"/>
                  </a:lnTo>
                  <a:lnTo>
                    <a:pt x="2215396" y="2111584"/>
                  </a:lnTo>
                  <a:lnTo>
                    <a:pt x="2169823" y="2143896"/>
                  </a:lnTo>
                  <a:lnTo>
                    <a:pt x="2122272" y="2160534"/>
                  </a:lnTo>
                  <a:lnTo>
                    <a:pt x="2103458" y="2162134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5625849" y="4840585"/>
            <a:ext cx="643890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70">
                <a:solidFill>
                  <a:srgbClr val="EBF5FE"/>
                </a:solidFill>
                <a:latin typeface="Arial Black"/>
                <a:cs typeface="Arial Black"/>
              </a:rPr>
              <a:t>Base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46336" y="5841714"/>
            <a:ext cx="1337310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700" spc="-114">
                <a:solidFill>
                  <a:srgbClr val="EBF5FE"/>
                </a:solidFill>
                <a:latin typeface="Arial Black"/>
                <a:cs typeface="Arial Black"/>
              </a:rPr>
              <a:t>React</a:t>
            </a:r>
            <a:r>
              <a:rPr dirty="0" sz="1700" spc="-30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484">
                <a:solidFill>
                  <a:srgbClr val="EBF5FE"/>
                </a:solidFill>
                <a:latin typeface="Arial Black"/>
                <a:cs typeface="Arial Black"/>
              </a:rPr>
              <a:t>/</a:t>
            </a:r>
            <a:r>
              <a:rPr dirty="0" sz="1700" spc="-30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25">
                <a:solidFill>
                  <a:srgbClr val="EBF5FE"/>
                </a:solidFill>
                <a:latin typeface="Arial Black"/>
                <a:cs typeface="Arial Black"/>
              </a:rPr>
              <a:t>TS </a:t>
            </a:r>
            <a:r>
              <a:rPr dirty="0" sz="1700" spc="-135">
                <a:solidFill>
                  <a:srgbClr val="EBF5FE"/>
                </a:solidFill>
                <a:latin typeface="Arial Black"/>
                <a:cs typeface="Arial Black"/>
              </a:rPr>
              <a:t>RevisarForm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10462" y="5841714"/>
            <a:ext cx="162242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700" spc="-95">
                <a:solidFill>
                  <a:srgbClr val="EBF5FE"/>
                </a:solidFill>
                <a:latin typeface="Arial Black"/>
                <a:cs typeface="Arial Black"/>
              </a:rPr>
              <a:t>Node</a:t>
            </a:r>
            <a:r>
              <a:rPr dirty="0" sz="1700" spc="-30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155">
                <a:solidFill>
                  <a:srgbClr val="EBF5FE"/>
                </a:solidFill>
                <a:latin typeface="Arial Black"/>
                <a:cs typeface="Arial Black"/>
              </a:rPr>
              <a:t>+</a:t>
            </a:r>
            <a:r>
              <a:rPr dirty="0" sz="1700" spc="-30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130">
                <a:solidFill>
                  <a:srgbClr val="EBF5FE"/>
                </a:solidFill>
                <a:latin typeface="Arial Black"/>
                <a:cs typeface="Arial Black"/>
              </a:rPr>
              <a:t>Express </a:t>
            </a:r>
            <a:r>
              <a:rPr dirty="0" sz="1700" spc="-140">
                <a:solidFill>
                  <a:srgbClr val="EBF5FE"/>
                </a:solidFill>
                <a:latin typeface="Arial Black"/>
                <a:cs typeface="Arial Black"/>
              </a:rPr>
              <a:t>Valida</a:t>
            </a:r>
            <a:r>
              <a:rPr dirty="0" sz="1700" spc="-31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95">
                <a:solidFill>
                  <a:srgbClr val="EBF5FE"/>
                </a:solidFill>
                <a:latin typeface="Arial Black"/>
                <a:cs typeface="Arial Black"/>
              </a:rPr>
              <a:t>contrato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55907" y="5691265"/>
            <a:ext cx="1743710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700" spc="-145">
                <a:solidFill>
                  <a:srgbClr val="EBF5FE"/>
                </a:solidFill>
                <a:latin typeface="Arial Black"/>
                <a:cs typeface="Arial Black"/>
              </a:rPr>
              <a:t>Analisis</a:t>
            </a:r>
            <a:r>
              <a:rPr dirty="0" sz="1700" spc="-25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10">
                <a:solidFill>
                  <a:srgbClr val="EBF5FE"/>
                </a:solidFill>
                <a:latin typeface="Arial Black"/>
                <a:cs typeface="Arial Black"/>
              </a:rPr>
              <a:t>Service </a:t>
            </a:r>
            <a:r>
              <a:rPr dirty="0" sz="1700" spc="-140">
                <a:solidFill>
                  <a:srgbClr val="EBF5FE"/>
                </a:solidFill>
                <a:latin typeface="Arial Black"/>
                <a:cs typeface="Arial Black"/>
              </a:rPr>
              <a:t>Señales</a:t>
            </a:r>
            <a:r>
              <a:rPr dirty="0" sz="1700" spc="-36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20">
                <a:solidFill>
                  <a:srgbClr val="EBF5FE"/>
                </a:solidFill>
                <a:latin typeface="Arial Black"/>
                <a:cs typeface="Arial Black"/>
              </a:rPr>
              <a:t>y</a:t>
            </a:r>
            <a:r>
              <a:rPr dirty="0" sz="1700" spc="-32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105">
                <a:solidFill>
                  <a:srgbClr val="EBF5FE"/>
                </a:solidFill>
                <a:latin typeface="Arial Black"/>
                <a:cs typeface="Arial Black"/>
              </a:rPr>
              <a:t>limites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716373" y="5691265"/>
            <a:ext cx="191960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700" spc="-30">
                <a:solidFill>
                  <a:srgbClr val="EBF5FE"/>
                </a:solidFill>
                <a:latin typeface="Arial Black"/>
                <a:cs typeface="Arial Black"/>
              </a:rPr>
              <a:t>Repositorios </a:t>
            </a:r>
            <a:r>
              <a:rPr dirty="0" sz="1700" spc="-105">
                <a:solidFill>
                  <a:srgbClr val="EBF5FE"/>
                </a:solidFill>
                <a:latin typeface="Arial Black"/>
                <a:cs typeface="Arial Black"/>
              </a:rPr>
              <a:t>Consulta</a:t>
            </a:r>
            <a:r>
              <a:rPr dirty="0" sz="1700" spc="-32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20">
                <a:solidFill>
                  <a:srgbClr val="EBF5FE"/>
                </a:solidFill>
                <a:latin typeface="Arial Black"/>
                <a:cs typeface="Arial Black"/>
              </a:rPr>
              <a:t>y</a:t>
            </a:r>
            <a:r>
              <a:rPr dirty="0" sz="1700" spc="-36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75">
                <a:solidFill>
                  <a:srgbClr val="EBF5FE"/>
                </a:solidFill>
                <a:latin typeface="Arial Black"/>
                <a:cs typeface="Arial Black"/>
              </a:rPr>
              <a:t>guarda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038567" y="5691265"/>
            <a:ext cx="201358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700" spc="-25">
                <a:solidFill>
                  <a:srgbClr val="EBF5FE"/>
                </a:solidFill>
                <a:latin typeface="Arial Black"/>
                <a:cs typeface="Arial Black"/>
              </a:rPr>
              <a:t>PostgreSQL </a:t>
            </a:r>
            <a:r>
              <a:rPr dirty="0" sz="1700" spc="-125">
                <a:solidFill>
                  <a:srgbClr val="EBF5FE"/>
                </a:solidFill>
                <a:latin typeface="Arial Black"/>
                <a:cs typeface="Arial Black"/>
              </a:rPr>
              <a:t>Claves</a:t>
            </a:r>
            <a:r>
              <a:rPr dirty="0" sz="1700" spc="-37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20">
                <a:solidFill>
                  <a:srgbClr val="EBF5FE"/>
                </a:solidFill>
                <a:latin typeface="Arial Black"/>
                <a:cs typeface="Arial Black"/>
              </a:rPr>
              <a:t>y</a:t>
            </a:r>
            <a:r>
              <a:rPr dirty="0" sz="1700" spc="-33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700" spc="-114">
                <a:solidFill>
                  <a:srgbClr val="EBF5FE"/>
                </a:solidFill>
                <a:latin typeface="Arial Black"/>
                <a:cs typeface="Arial Black"/>
              </a:rPr>
              <a:t>relaciones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46336" y="6930463"/>
            <a:ext cx="712406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-100">
                <a:solidFill>
                  <a:srgbClr val="FFFFFF"/>
                </a:solidFill>
                <a:latin typeface="Arial Black"/>
                <a:cs typeface="Arial Black"/>
              </a:rPr>
              <a:t>Peticion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60">
                <a:solidFill>
                  <a:srgbClr val="FFFFFF"/>
                </a:solidFill>
                <a:latin typeface="Arial Black"/>
                <a:cs typeface="Arial Black"/>
              </a:rPr>
              <a:t>retorno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20">
                <a:solidFill>
                  <a:srgbClr val="FFFFFF"/>
                </a:solidFill>
                <a:latin typeface="Arial Black"/>
                <a:cs typeface="Arial Black"/>
              </a:rPr>
              <a:t>por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135">
                <a:solidFill>
                  <a:srgbClr val="FFFFFF"/>
                </a:solidFill>
                <a:latin typeface="Arial Black"/>
                <a:cs typeface="Arial Black"/>
              </a:rPr>
              <a:t>las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120">
                <a:solidFill>
                  <a:srgbClr val="FFFFFF"/>
                </a:solidFill>
                <a:latin typeface="Arial Black"/>
                <a:cs typeface="Arial Black"/>
              </a:rPr>
              <a:t>capas.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175">
                <a:solidFill>
                  <a:srgbClr val="FFFFFF"/>
                </a:solidFill>
                <a:latin typeface="Arial Black"/>
                <a:cs typeface="Arial Black"/>
              </a:rPr>
              <a:t>HTTPS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195">
                <a:solidFill>
                  <a:srgbClr val="FFFFFF"/>
                </a:solidFill>
                <a:latin typeface="Arial Black"/>
                <a:cs typeface="Arial Black"/>
              </a:rPr>
              <a:t>JSON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60">
                <a:solidFill>
                  <a:srgbClr val="FFFFFF"/>
                </a:solidFill>
                <a:latin typeface="Arial Black"/>
                <a:cs typeface="Arial Black"/>
              </a:rPr>
              <a:t>entre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90">
                <a:solidFill>
                  <a:srgbClr val="FFFFFF"/>
                </a:solidFill>
                <a:latin typeface="Arial Black"/>
                <a:cs typeface="Arial Black"/>
              </a:rPr>
              <a:t>cliente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7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750" spc="-60">
                <a:solidFill>
                  <a:srgbClr val="FFFFFF"/>
                </a:solidFill>
                <a:latin typeface="Arial Black"/>
                <a:cs typeface="Arial Black"/>
              </a:rPr>
              <a:t>API.</a:t>
            </a:r>
            <a:endParaRPr sz="175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253190" y="8126874"/>
            <a:ext cx="5229225" cy="532765"/>
            <a:chOff x="12253190" y="8126874"/>
            <a:chExt cx="5229225" cy="532765"/>
          </a:xfrm>
        </p:grpSpPr>
        <p:sp>
          <p:nvSpPr>
            <p:cNvPr id="8" name="object 8"/>
            <p:cNvSpPr/>
            <p:nvPr/>
          </p:nvSpPr>
          <p:spPr>
            <a:xfrm>
              <a:off x="12258348" y="8132042"/>
              <a:ext cx="5219065" cy="521970"/>
            </a:xfrm>
            <a:custGeom>
              <a:avLst/>
              <a:gdLst/>
              <a:ahLst/>
              <a:cxnLst/>
              <a:rect l="l" t="t" r="r" b="b"/>
              <a:pathLst>
                <a:path w="5219065" h="521970">
                  <a:moveTo>
                    <a:pt x="5113684" y="521974"/>
                  </a:moveTo>
                  <a:lnTo>
                    <a:pt x="105224" y="521974"/>
                  </a:lnTo>
                  <a:lnTo>
                    <a:pt x="64411" y="513786"/>
                  </a:lnTo>
                  <a:lnTo>
                    <a:pt x="30948" y="491354"/>
                  </a:lnTo>
                  <a:lnTo>
                    <a:pt x="8317" y="457874"/>
                  </a:lnTo>
                  <a:lnTo>
                    <a:pt x="0" y="416546"/>
                  </a:lnTo>
                  <a:lnTo>
                    <a:pt x="0" y="105428"/>
                  </a:lnTo>
                  <a:lnTo>
                    <a:pt x="8317" y="64536"/>
                  </a:lnTo>
                  <a:lnTo>
                    <a:pt x="30948" y="31008"/>
                  </a:lnTo>
                  <a:lnTo>
                    <a:pt x="64411" y="8333"/>
                  </a:lnTo>
                  <a:lnTo>
                    <a:pt x="105224" y="0"/>
                  </a:lnTo>
                  <a:lnTo>
                    <a:pt x="5113684" y="0"/>
                  </a:lnTo>
                  <a:lnTo>
                    <a:pt x="5154497" y="8333"/>
                  </a:lnTo>
                  <a:lnTo>
                    <a:pt x="5187960" y="31008"/>
                  </a:lnTo>
                  <a:lnTo>
                    <a:pt x="5210591" y="64536"/>
                  </a:lnTo>
                  <a:lnTo>
                    <a:pt x="5218908" y="105428"/>
                  </a:lnTo>
                  <a:lnTo>
                    <a:pt x="5218908" y="416546"/>
                  </a:lnTo>
                  <a:lnTo>
                    <a:pt x="5210736" y="457874"/>
                  </a:lnTo>
                  <a:lnTo>
                    <a:pt x="5188346" y="491354"/>
                  </a:lnTo>
                  <a:lnTo>
                    <a:pt x="5154932" y="513786"/>
                  </a:lnTo>
                  <a:lnTo>
                    <a:pt x="5113684" y="52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253190" y="8126874"/>
              <a:ext cx="5229225" cy="532765"/>
            </a:xfrm>
            <a:custGeom>
              <a:avLst/>
              <a:gdLst/>
              <a:ahLst/>
              <a:cxnLst/>
              <a:rect l="l" t="t" r="r" b="b"/>
              <a:pathLst>
                <a:path w="5229225" h="532765">
                  <a:moveTo>
                    <a:pt x="5118842" y="532311"/>
                  </a:moveTo>
                  <a:lnTo>
                    <a:pt x="110382" y="532311"/>
                  </a:lnTo>
                  <a:lnTo>
                    <a:pt x="67457" y="523606"/>
                  </a:lnTo>
                  <a:lnTo>
                    <a:pt x="32366" y="499881"/>
                  </a:lnTo>
                  <a:lnTo>
                    <a:pt x="8688" y="464722"/>
                  </a:lnTo>
                  <a:lnTo>
                    <a:pt x="0" y="421714"/>
                  </a:lnTo>
                  <a:lnTo>
                    <a:pt x="0" y="110596"/>
                  </a:lnTo>
                  <a:lnTo>
                    <a:pt x="8688" y="67588"/>
                  </a:lnTo>
                  <a:lnTo>
                    <a:pt x="32366" y="32429"/>
                  </a:lnTo>
                  <a:lnTo>
                    <a:pt x="67457" y="8704"/>
                  </a:lnTo>
                  <a:lnTo>
                    <a:pt x="110382" y="0"/>
                  </a:lnTo>
                  <a:lnTo>
                    <a:pt x="5118842" y="0"/>
                  </a:lnTo>
                  <a:lnTo>
                    <a:pt x="5161767" y="8704"/>
                  </a:lnTo>
                  <a:lnTo>
                    <a:pt x="5164179" y="10336"/>
                  </a:lnTo>
                  <a:lnTo>
                    <a:pt x="110382" y="10336"/>
                  </a:lnTo>
                  <a:lnTo>
                    <a:pt x="90120" y="12387"/>
                  </a:lnTo>
                  <a:lnTo>
                    <a:pt x="54240" y="27342"/>
                  </a:lnTo>
                  <a:lnTo>
                    <a:pt x="27289" y="54345"/>
                  </a:lnTo>
                  <a:lnTo>
                    <a:pt x="12363" y="90295"/>
                  </a:lnTo>
                  <a:lnTo>
                    <a:pt x="10316" y="110596"/>
                  </a:lnTo>
                  <a:lnTo>
                    <a:pt x="10316" y="421714"/>
                  </a:lnTo>
                  <a:lnTo>
                    <a:pt x="18063" y="460862"/>
                  </a:lnTo>
                  <a:lnTo>
                    <a:pt x="39201" y="493033"/>
                  </a:lnTo>
                  <a:lnTo>
                    <a:pt x="71309" y="514093"/>
                  </a:lnTo>
                  <a:lnTo>
                    <a:pt x="110382" y="521975"/>
                  </a:lnTo>
                  <a:lnTo>
                    <a:pt x="5118842" y="521975"/>
                  </a:lnTo>
                  <a:lnTo>
                    <a:pt x="5118842" y="532311"/>
                  </a:lnTo>
                  <a:close/>
                </a:path>
                <a:path w="5229225" h="532765">
                  <a:moveTo>
                    <a:pt x="5118842" y="532311"/>
                  </a:moveTo>
                  <a:lnTo>
                    <a:pt x="5118842" y="521975"/>
                  </a:lnTo>
                  <a:lnTo>
                    <a:pt x="5139103" y="520069"/>
                  </a:lnTo>
                  <a:lnTo>
                    <a:pt x="5157914" y="514481"/>
                  </a:lnTo>
                  <a:lnTo>
                    <a:pt x="5190023" y="493033"/>
                  </a:lnTo>
                  <a:lnTo>
                    <a:pt x="5211042" y="460862"/>
                  </a:lnTo>
                  <a:lnTo>
                    <a:pt x="5216816" y="442160"/>
                  </a:lnTo>
                  <a:lnTo>
                    <a:pt x="5216861" y="442015"/>
                  </a:lnTo>
                  <a:lnTo>
                    <a:pt x="5218908" y="421714"/>
                  </a:lnTo>
                  <a:lnTo>
                    <a:pt x="5218908" y="110596"/>
                  </a:lnTo>
                  <a:lnTo>
                    <a:pt x="5211429" y="71448"/>
                  </a:lnTo>
                  <a:lnTo>
                    <a:pt x="5190023" y="39277"/>
                  </a:lnTo>
                  <a:lnTo>
                    <a:pt x="5157914" y="18217"/>
                  </a:lnTo>
                  <a:lnTo>
                    <a:pt x="5118842" y="10336"/>
                  </a:lnTo>
                  <a:lnTo>
                    <a:pt x="5164179" y="10336"/>
                  </a:lnTo>
                  <a:lnTo>
                    <a:pt x="5196858" y="32429"/>
                  </a:lnTo>
                  <a:lnTo>
                    <a:pt x="5220536" y="67588"/>
                  </a:lnTo>
                  <a:lnTo>
                    <a:pt x="5229224" y="110596"/>
                  </a:lnTo>
                  <a:lnTo>
                    <a:pt x="5229224" y="421714"/>
                  </a:lnTo>
                  <a:lnTo>
                    <a:pt x="5220536" y="464722"/>
                  </a:lnTo>
                  <a:lnTo>
                    <a:pt x="5196857" y="499881"/>
                  </a:lnTo>
                  <a:lnTo>
                    <a:pt x="5161767" y="523606"/>
                  </a:lnTo>
                  <a:lnTo>
                    <a:pt x="5118842" y="532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87374" y="8317059"/>
              <a:ext cx="151646" cy="1509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425468" y="8259177"/>
              <a:ext cx="265430" cy="266700"/>
            </a:xfrm>
            <a:custGeom>
              <a:avLst/>
              <a:gdLst/>
              <a:ahLst/>
              <a:cxnLst/>
              <a:rect l="l" t="t" r="r" b="b"/>
              <a:pathLst>
                <a:path w="265429" h="266700">
                  <a:moveTo>
                    <a:pt x="99034" y="198453"/>
                  </a:moveTo>
                  <a:lnTo>
                    <a:pt x="60254" y="190604"/>
                  </a:lnTo>
                  <a:lnTo>
                    <a:pt x="60422" y="190604"/>
                  </a:lnTo>
                  <a:lnTo>
                    <a:pt x="29013" y="169383"/>
                  </a:lnTo>
                  <a:lnTo>
                    <a:pt x="7785" y="137842"/>
                  </a:lnTo>
                  <a:lnTo>
                    <a:pt x="0" y="99226"/>
                  </a:lnTo>
                  <a:lnTo>
                    <a:pt x="7785" y="60611"/>
                  </a:lnTo>
                  <a:lnTo>
                    <a:pt x="29013" y="29070"/>
                  </a:lnTo>
                  <a:lnTo>
                    <a:pt x="60494" y="7800"/>
                  </a:lnTo>
                  <a:lnTo>
                    <a:pt x="99034" y="0"/>
                  </a:lnTo>
                  <a:lnTo>
                    <a:pt x="137574" y="7800"/>
                  </a:lnTo>
                  <a:lnTo>
                    <a:pt x="169054" y="29070"/>
                  </a:lnTo>
                  <a:lnTo>
                    <a:pt x="176620" y="40310"/>
                  </a:lnTo>
                  <a:lnTo>
                    <a:pt x="98002" y="40310"/>
                  </a:lnTo>
                  <a:lnTo>
                    <a:pt x="75323" y="45026"/>
                  </a:lnTo>
                  <a:lnTo>
                    <a:pt x="56609" y="57882"/>
                  </a:lnTo>
                  <a:lnTo>
                    <a:pt x="43891" y="76939"/>
                  </a:lnTo>
                  <a:lnTo>
                    <a:pt x="39201" y="100260"/>
                  </a:lnTo>
                  <a:lnTo>
                    <a:pt x="43891" y="122983"/>
                  </a:lnTo>
                  <a:lnTo>
                    <a:pt x="56609" y="141734"/>
                  </a:lnTo>
                  <a:lnTo>
                    <a:pt x="75323" y="154476"/>
                  </a:lnTo>
                  <a:lnTo>
                    <a:pt x="98002" y="159176"/>
                  </a:lnTo>
                  <a:lnTo>
                    <a:pt x="191879" y="159176"/>
                  </a:lnTo>
                  <a:lnTo>
                    <a:pt x="217669" y="185016"/>
                  </a:lnTo>
                  <a:lnTo>
                    <a:pt x="148551" y="185016"/>
                  </a:lnTo>
                  <a:lnTo>
                    <a:pt x="137332" y="190604"/>
                  </a:lnTo>
                  <a:lnTo>
                    <a:pt x="125340" y="194836"/>
                  </a:lnTo>
                  <a:lnTo>
                    <a:pt x="112574" y="197517"/>
                  </a:lnTo>
                  <a:lnTo>
                    <a:pt x="99034" y="198453"/>
                  </a:lnTo>
                  <a:close/>
                </a:path>
                <a:path w="265429" h="266700">
                  <a:moveTo>
                    <a:pt x="191879" y="159176"/>
                  </a:moveTo>
                  <a:lnTo>
                    <a:pt x="98002" y="159176"/>
                  </a:lnTo>
                  <a:lnTo>
                    <a:pt x="121278" y="154622"/>
                  </a:lnTo>
                  <a:lnTo>
                    <a:pt x="140298" y="142121"/>
                  </a:lnTo>
                  <a:lnTo>
                    <a:pt x="153129" y="123419"/>
                  </a:lnTo>
                  <a:lnTo>
                    <a:pt x="157836" y="100260"/>
                  </a:lnTo>
                  <a:lnTo>
                    <a:pt x="153129" y="76939"/>
                  </a:lnTo>
                  <a:lnTo>
                    <a:pt x="140298" y="57882"/>
                  </a:lnTo>
                  <a:lnTo>
                    <a:pt x="121278" y="45026"/>
                  </a:lnTo>
                  <a:lnTo>
                    <a:pt x="98002" y="40310"/>
                  </a:lnTo>
                  <a:lnTo>
                    <a:pt x="176620" y="40310"/>
                  </a:lnTo>
                  <a:lnTo>
                    <a:pt x="190283" y="60611"/>
                  </a:lnTo>
                  <a:lnTo>
                    <a:pt x="198068" y="99226"/>
                  </a:lnTo>
                  <a:lnTo>
                    <a:pt x="197117" y="113552"/>
                  </a:lnTo>
                  <a:lnTo>
                    <a:pt x="194329" y="127005"/>
                  </a:lnTo>
                  <a:lnTo>
                    <a:pt x="189799" y="139489"/>
                  </a:lnTo>
                  <a:lnTo>
                    <a:pt x="183626" y="150907"/>
                  </a:lnTo>
                  <a:lnTo>
                    <a:pt x="191879" y="159176"/>
                  </a:lnTo>
                  <a:close/>
                </a:path>
                <a:path w="265429" h="266700">
                  <a:moveTo>
                    <a:pt x="239978" y="266413"/>
                  </a:moveTo>
                  <a:lnTo>
                    <a:pt x="230774" y="264669"/>
                  </a:lnTo>
                  <a:lnTo>
                    <a:pt x="222827" y="259437"/>
                  </a:lnTo>
                  <a:lnTo>
                    <a:pt x="148551" y="185016"/>
                  </a:lnTo>
                  <a:lnTo>
                    <a:pt x="217669" y="185016"/>
                  </a:lnTo>
                  <a:lnTo>
                    <a:pt x="257902" y="225327"/>
                  </a:lnTo>
                  <a:lnTo>
                    <a:pt x="263124" y="233855"/>
                  </a:lnTo>
                  <a:lnTo>
                    <a:pt x="264865" y="243157"/>
                  </a:lnTo>
                  <a:lnTo>
                    <a:pt x="263124" y="252072"/>
                  </a:lnTo>
                  <a:lnTo>
                    <a:pt x="257902" y="259437"/>
                  </a:lnTo>
                  <a:lnTo>
                    <a:pt x="249375" y="264669"/>
                  </a:lnTo>
                  <a:lnTo>
                    <a:pt x="239978" y="2664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205535" y="8229700"/>
            <a:ext cx="342963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-160">
                <a:solidFill>
                  <a:srgbClr val="3C66BE"/>
                </a:solidFill>
                <a:latin typeface="Arial Black"/>
                <a:cs typeface="Arial Black"/>
              </a:rPr>
              <a:t>HTML,</a:t>
            </a:r>
            <a:r>
              <a:rPr dirty="0" sz="1750" spc="-295">
                <a:solidFill>
                  <a:srgbClr val="3C66BE"/>
                </a:solidFill>
                <a:latin typeface="Arial Black"/>
                <a:cs typeface="Arial Black"/>
              </a:rPr>
              <a:t> </a:t>
            </a:r>
            <a:r>
              <a:rPr dirty="0" sz="1750" spc="-125">
                <a:solidFill>
                  <a:srgbClr val="3C66BE"/>
                </a:solidFill>
                <a:latin typeface="Arial Black"/>
                <a:cs typeface="Arial Black"/>
              </a:rPr>
              <a:t>CSS</a:t>
            </a:r>
            <a:r>
              <a:rPr dirty="0" sz="1750" spc="-300">
                <a:solidFill>
                  <a:srgbClr val="3C66BE"/>
                </a:solidFill>
                <a:latin typeface="Arial Black"/>
                <a:cs typeface="Arial Black"/>
              </a:rPr>
              <a:t> </a:t>
            </a:r>
            <a:r>
              <a:rPr dirty="0" sz="1750">
                <a:solidFill>
                  <a:srgbClr val="3C66BE"/>
                </a:solidFill>
                <a:latin typeface="Arial Black"/>
                <a:cs typeface="Arial Black"/>
              </a:rPr>
              <a:t>y</a:t>
            </a:r>
            <a:r>
              <a:rPr dirty="0" sz="1750" spc="-300">
                <a:solidFill>
                  <a:srgbClr val="3C66BE"/>
                </a:solidFill>
                <a:latin typeface="Arial Black"/>
                <a:cs typeface="Arial Black"/>
              </a:rPr>
              <a:t> </a:t>
            </a:r>
            <a:r>
              <a:rPr dirty="0" sz="1750" spc="-125">
                <a:solidFill>
                  <a:srgbClr val="3C66BE"/>
                </a:solidFill>
                <a:latin typeface="Arial Black"/>
                <a:cs typeface="Arial Black"/>
              </a:rPr>
              <a:t>JavaScript</a:t>
            </a:r>
            <a:r>
              <a:rPr dirty="0" sz="1750" spc="-300">
                <a:solidFill>
                  <a:srgbClr val="3C66BE"/>
                </a:solidFill>
                <a:latin typeface="Arial Black"/>
                <a:cs typeface="Arial Black"/>
              </a:rPr>
              <a:t> </a:t>
            </a:r>
            <a:r>
              <a:rPr dirty="0" sz="1750" spc="-100">
                <a:solidFill>
                  <a:srgbClr val="3C66BE"/>
                </a:solidFill>
                <a:latin typeface="Arial Black"/>
                <a:cs typeface="Arial Black"/>
              </a:rPr>
              <a:t>locales.</a:t>
            </a:r>
            <a:endParaRPr sz="1750">
              <a:latin typeface="Arial Black"/>
              <a:cs typeface="Arial Black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91109" y="9690109"/>
            <a:ext cx="596890" cy="596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2293" y="948670"/>
            <a:ext cx="380999" cy="3809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6784282" y="901953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344182" y="238975"/>
                </a:moveTo>
                <a:lnTo>
                  <a:pt x="344043" y="238645"/>
                </a:lnTo>
                <a:lnTo>
                  <a:pt x="344043" y="237718"/>
                </a:lnTo>
                <a:lnTo>
                  <a:pt x="343369" y="237058"/>
                </a:lnTo>
                <a:lnTo>
                  <a:pt x="342519" y="235000"/>
                </a:lnTo>
                <a:lnTo>
                  <a:pt x="246075" y="138493"/>
                </a:lnTo>
                <a:lnTo>
                  <a:pt x="239776" y="138493"/>
                </a:lnTo>
                <a:lnTo>
                  <a:pt x="231952" y="146253"/>
                </a:lnTo>
                <a:lnTo>
                  <a:pt x="231952" y="152552"/>
                </a:lnTo>
                <a:lnTo>
                  <a:pt x="312674" y="233273"/>
                </a:lnTo>
                <a:lnTo>
                  <a:pt x="136766" y="233273"/>
                </a:lnTo>
                <a:lnTo>
                  <a:pt x="132321" y="237718"/>
                </a:lnTo>
                <a:lnTo>
                  <a:pt x="132321" y="248729"/>
                </a:lnTo>
                <a:lnTo>
                  <a:pt x="136766" y="253174"/>
                </a:lnTo>
                <a:lnTo>
                  <a:pt x="312648" y="253174"/>
                </a:lnTo>
                <a:lnTo>
                  <a:pt x="231952" y="333819"/>
                </a:lnTo>
                <a:lnTo>
                  <a:pt x="231952" y="340131"/>
                </a:lnTo>
                <a:lnTo>
                  <a:pt x="237794" y="345960"/>
                </a:lnTo>
                <a:lnTo>
                  <a:pt x="240372" y="346964"/>
                </a:lnTo>
                <a:lnTo>
                  <a:pt x="242900" y="346964"/>
                </a:lnTo>
                <a:lnTo>
                  <a:pt x="245414" y="346964"/>
                </a:lnTo>
                <a:lnTo>
                  <a:pt x="248005" y="345960"/>
                </a:lnTo>
                <a:lnTo>
                  <a:pt x="342519" y="251510"/>
                </a:lnTo>
                <a:lnTo>
                  <a:pt x="343382" y="249389"/>
                </a:lnTo>
                <a:lnTo>
                  <a:pt x="344043" y="248729"/>
                </a:lnTo>
                <a:lnTo>
                  <a:pt x="344043" y="247802"/>
                </a:lnTo>
                <a:lnTo>
                  <a:pt x="344182" y="247459"/>
                </a:lnTo>
                <a:lnTo>
                  <a:pt x="344182" y="238975"/>
                </a:lnTo>
                <a:close/>
              </a:path>
              <a:path w="474980" h="474980">
                <a:moveTo>
                  <a:pt x="474840" y="237451"/>
                </a:moveTo>
                <a:lnTo>
                  <a:pt x="470014" y="189649"/>
                </a:lnTo>
                <a:lnTo>
                  <a:pt x="456171" y="145110"/>
                </a:lnTo>
                <a:lnTo>
                  <a:pt x="454952" y="142875"/>
                </a:lnTo>
                <a:lnTo>
                  <a:pt x="454952" y="237451"/>
                </a:lnTo>
                <a:lnTo>
                  <a:pt x="449199" y="287286"/>
                </a:lnTo>
                <a:lnTo>
                  <a:pt x="432816" y="333057"/>
                </a:lnTo>
                <a:lnTo>
                  <a:pt x="407123" y="373456"/>
                </a:lnTo>
                <a:lnTo>
                  <a:pt x="373430" y="407162"/>
                </a:lnTo>
                <a:lnTo>
                  <a:pt x="333044" y="432866"/>
                </a:lnTo>
                <a:lnTo>
                  <a:pt x="287286" y="449249"/>
                </a:lnTo>
                <a:lnTo>
                  <a:pt x="237451" y="455002"/>
                </a:lnTo>
                <a:lnTo>
                  <a:pt x="187629" y="449249"/>
                </a:lnTo>
                <a:lnTo>
                  <a:pt x="141859" y="432866"/>
                </a:lnTo>
                <a:lnTo>
                  <a:pt x="101460" y="407162"/>
                </a:lnTo>
                <a:lnTo>
                  <a:pt x="67741" y="373456"/>
                </a:lnTo>
                <a:lnTo>
                  <a:pt x="42037" y="333057"/>
                </a:lnTo>
                <a:lnTo>
                  <a:pt x="25654" y="287286"/>
                </a:lnTo>
                <a:lnTo>
                  <a:pt x="19900" y="237451"/>
                </a:lnTo>
                <a:lnTo>
                  <a:pt x="25654" y="187617"/>
                </a:lnTo>
                <a:lnTo>
                  <a:pt x="42037" y="141846"/>
                </a:lnTo>
                <a:lnTo>
                  <a:pt x="67741" y="101447"/>
                </a:lnTo>
                <a:lnTo>
                  <a:pt x="101460" y="67741"/>
                </a:lnTo>
                <a:lnTo>
                  <a:pt x="141859" y="42037"/>
                </a:lnTo>
                <a:lnTo>
                  <a:pt x="187629" y="25641"/>
                </a:lnTo>
                <a:lnTo>
                  <a:pt x="237451" y="19888"/>
                </a:lnTo>
                <a:lnTo>
                  <a:pt x="287261" y="25641"/>
                </a:lnTo>
                <a:lnTo>
                  <a:pt x="333019" y="42037"/>
                </a:lnTo>
                <a:lnTo>
                  <a:pt x="373405" y="67741"/>
                </a:lnTo>
                <a:lnTo>
                  <a:pt x="407111" y="101447"/>
                </a:lnTo>
                <a:lnTo>
                  <a:pt x="432803" y="141846"/>
                </a:lnTo>
                <a:lnTo>
                  <a:pt x="449199" y="187617"/>
                </a:lnTo>
                <a:lnTo>
                  <a:pt x="454952" y="237451"/>
                </a:lnTo>
                <a:lnTo>
                  <a:pt x="454952" y="142875"/>
                </a:lnTo>
                <a:lnTo>
                  <a:pt x="434263" y="104775"/>
                </a:lnTo>
                <a:lnTo>
                  <a:pt x="405257" y="69621"/>
                </a:lnTo>
                <a:lnTo>
                  <a:pt x="370103" y="40601"/>
                </a:lnTo>
                <a:lnTo>
                  <a:pt x="332003" y="19888"/>
                </a:lnTo>
                <a:lnTo>
                  <a:pt x="285254" y="4826"/>
                </a:lnTo>
                <a:lnTo>
                  <a:pt x="237451" y="0"/>
                </a:lnTo>
                <a:lnTo>
                  <a:pt x="189687" y="4826"/>
                </a:lnTo>
                <a:lnTo>
                  <a:pt x="145148" y="18681"/>
                </a:lnTo>
                <a:lnTo>
                  <a:pt x="104813" y="40601"/>
                </a:lnTo>
                <a:lnTo>
                  <a:pt x="69659" y="69621"/>
                </a:lnTo>
                <a:lnTo>
                  <a:pt x="40640" y="104775"/>
                </a:lnTo>
                <a:lnTo>
                  <a:pt x="18707" y="145110"/>
                </a:lnTo>
                <a:lnTo>
                  <a:pt x="4838" y="189649"/>
                </a:lnTo>
                <a:lnTo>
                  <a:pt x="0" y="237451"/>
                </a:lnTo>
                <a:lnTo>
                  <a:pt x="4838" y="285216"/>
                </a:lnTo>
                <a:lnTo>
                  <a:pt x="18694" y="329755"/>
                </a:lnTo>
                <a:lnTo>
                  <a:pt x="40614" y="370065"/>
                </a:lnTo>
                <a:lnTo>
                  <a:pt x="69634" y="405218"/>
                </a:lnTo>
                <a:lnTo>
                  <a:pt x="104787" y="434238"/>
                </a:lnTo>
                <a:lnTo>
                  <a:pt x="145122" y="456145"/>
                </a:lnTo>
                <a:lnTo>
                  <a:pt x="189661" y="470001"/>
                </a:lnTo>
                <a:lnTo>
                  <a:pt x="237464" y="474840"/>
                </a:lnTo>
                <a:lnTo>
                  <a:pt x="238112" y="474840"/>
                </a:lnTo>
                <a:lnTo>
                  <a:pt x="285889" y="470001"/>
                </a:lnTo>
                <a:lnTo>
                  <a:pt x="285445" y="470001"/>
                </a:lnTo>
                <a:lnTo>
                  <a:pt x="329882" y="456145"/>
                </a:lnTo>
                <a:lnTo>
                  <a:pt x="331978" y="455002"/>
                </a:lnTo>
                <a:lnTo>
                  <a:pt x="370154" y="434238"/>
                </a:lnTo>
                <a:lnTo>
                  <a:pt x="405269" y="405218"/>
                </a:lnTo>
                <a:lnTo>
                  <a:pt x="434263" y="370065"/>
                </a:lnTo>
                <a:lnTo>
                  <a:pt x="456171" y="329755"/>
                </a:lnTo>
                <a:lnTo>
                  <a:pt x="470014" y="285216"/>
                </a:lnTo>
                <a:lnTo>
                  <a:pt x="474840" y="237451"/>
                </a:lnTo>
                <a:close/>
              </a:path>
            </a:pathLst>
          </a:custGeom>
          <a:solidFill>
            <a:srgbClr val="9E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2621913"/>
            <a:ext cx="2914650" cy="385445"/>
          </a:xfrm>
          <a:custGeom>
            <a:avLst/>
            <a:gdLst/>
            <a:ahLst/>
            <a:cxnLst/>
            <a:rect l="l" t="t" r="r" b="b"/>
            <a:pathLst>
              <a:path w="2914650" h="385444">
                <a:moveTo>
                  <a:pt x="1011623" y="271136"/>
                </a:moveTo>
                <a:lnTo>
                  <a:pt x="956865" y="271136"/>
                </a:lnTo>
                <a:lnTo>
                  <a:pt x="1145913" y="81209"/>
                </a:lnTo>
                <a:lnTo>
                  <a:pt x="2714358" y="81209"/>
                </a:lnTo>
                <a:lnTo>
                  <a:pt x="2718394" y="67170"/>
                </a:lnTo>
                <a:lnTo>
                  <a:pt x="2741738" y="30126"/>
                </a:lnTo>
                <a:lnTo>
                  <a:pt x="2773681" y="8186"/>
                </a:lnTo>
                <a:lnTo>
                  <a:pt x="2813446" y="0"/>
                </a:lnTo>
                <a:lnTo>
                  <a:pt x="2833634" y="2128"/>
                </a:lnTo>
                <a:lnTo>
                  <a:pt x="2852722" y="8186"/>
                </a:lnTo>
                <a:lnTo>
                  <a:pt x="2870099" y="17682"/>
                </a:lnTo>
                <a:lnTo>
                  <a:pt x="2885154" y="30126"/>
                </a:lnTo>
                <a:lnTo>
                  <a:pt x="2892755" y="39295"/>
                </a:lnTo>
                <a:lnTo>
                  <a:pt x="2812142" y="39295"/>
                </a:lnTo>
                <a:lnTo>
                  <a:pt x="2799715" y="40502"/>
                </a:lnTo>
                <a:lnTo>
                  <a:pt x="2760011" y="67170"/>
                </a:lnTo>
                <a:lnTo>
                  <a:pt x="2749561" y="102167"/>
                </a:lnTo>
                <a:lnTo>
                  <a:pt x="2750763" y="114651"/>
                </a:lnTo>
                <a:lnTo>
                  <a:pt x="2752519" y="120505"/>
                </a:lnTo>
                <a:lnTo>
                  <a:pt x="1162862" y="120505"/>
                </a:lnTo>
                <a:lnTo>
                  <a:pt x="1011623" y="271136"/>
                </a:lnTo>
                <a:close/>
              </a:path>
              <a:path w="2914650" h="385444">
                <a:moveTo>
                  <a:pt x="2892662" y="165039"/>
                </a:moveTo>
                <a:lnTo>
                  <a:pt x="2812142" y="165039"/>
                </a:lnTo>
                <a:lnTo>
                  <a:pt x="2824568" y="163831"/>
                </a:lnTo>
                <a:lnTo>
                  <a:pt x="2836262" y="160291"/>
                </a:lnTo>
                <a:lnTo>
                  <a:pt x="2869997" y="126399"/>
                </a:lnTo>
                <a:lnTo>
                  <a:pt x="2874723" y="102167"/>
                </a:lnTo>
                <a:lnTo>
                  <a:pt x="2873521" y="89682"/>
                </a:lnTo>
                <a:lnTo>
                  <a:pt x="2846977" y="49794"/>
                </a:lnTo>
                <a:lnTo>
                  <a:pt x="2812142" y="39295"/>
                </a:lnTo>
                <a:lnTo>
                  <a:pt x="2892755" y="39295"/>
                </a:lnTo>
                <a:lnTo>
                  <a:pt x="2897539" y="45066"/>
                </a:lnTo>
                <a:lnTo>
                  <a:pt x="2906992" y="62217"/>
                </a:lnTo>
                <a:lnTo>
                  <a:pt x="2912983" y="81209"/>
                </a:lnTo>
                <a:lnTo>
                  <a:pt x="2914649" y="97339"/>
                </a:lnTo>
                <a:lnTo>
                  <a:pt x="2914649" y="106866"/>
                </a:lnTo>
                <a:lnTo>
                  <a:pt x="2913022" y="122449"/>
                </a:lnTo>
                <a:lnTo>
                  <a:pt x="2906992" y="141626"/>
                </a:lnTo>
                <a:lnTo>
                  <a:pt x="2897539" y="159083"/>
                </a:lnTo>
                <a:lnTo>
                  <a:pt x="2892662" y="165039"/>
                </a:lnTo>
                <a:close/>
              </a:path>
              <a:path w="2914650" h="385444">
                <a:moveTo>
                  <a:pt x="2813446" y="204334"/>
                </a:moveTo>
                <a:lnTo>
                  <a:pt x="2774169" y="196148"/>
                </a:lnTo>
                <a:lnTo>
                  <a:pt x="2741738" y="174208"/>
                </a:lnTo>
                <a:lnTo>
                  <a:pt x="2717720" y="135711"/>
                </a:lnTo>
                <a:lnTo>
                  <a:pt x="2714358" y="120505"/>
                </a:lnTo>
                <a:lnTo>
                  <a:pt x="2752519" y="120505"/>
                </a:lnTo>
                <a:lnTo>
                  <a:pt x="2754287" y="126399"/>
                </a:lnTo>
                <a:lnTo>
                  <a:pt x="2760011" y="137164"/>
                </a:lnTo>
                <a:lnTo>
                  <a:pt x="2799715" y="163831"/>
                </a:lnTo>
                <a:lnTo>
                  <a:pt x="2812142" y="165039"/>
                </a:lnTo>
                <a:lnTo>
                  <a:pt x="2892662" y="165039"/>
                </a:lnTo>
                <a:lnTo>
                  <a:pt x="2885154" y="174208"/>
                </a:lnTo>
                <a:lnTo>
                  <a:pt x="2870282" y="186651"/>
                </a:lnTo>
                <a:lnTo>
                  <a:pt x="2853211" y="196148"/>
                </a:lnTo>
                <a:lnTo>
                  <a:pt x="2834184" y="202205"/>
                </a:lnTo>
                <a:lnTo>
                  <a:pt x="2813446" y="204334"/>
                </a:lnTo>
                <a:close/>
              </a:path>
              <a:path w="2914650" h="385444">
                <a:moveTo>
                  <a:pt x="0" y="384983"/>
                </a:moveTo>
                <a:lnTo>
                  <a:pt x="0" y="327349"/>
                </a:lnTo>
                <a:lnTo>
                  <a:pt x="18144" y="309121"/>
                </a:lnTo>
                <a:lnTo>
                  <a:pt x="0" y="309121"/>
                </a:lnTo>
                <a:lnTo>
                  <a:pt x="0" y="271136"/>
                </a:lnTo>
                <a:lnTo>
                  <a:pt x="2398844" y="271136"/>
                </a:lnTo>
                <a:lnTo>
                  <a:pt x="2398844" y="310431"/>
                </a:lnTo>
                <a:lnTo>
                  <a:pt x="74206" y="310431"/>
                </a:lnTo>
                <a:lnTo>
                  <a:pt x="0" y="384983"/>
                </a:lnTo>
                <a:close/>
              </a:path>
            </a:pathLst>
          </a:custGeom>
          <a:solidFill>
            <a:srgbClr val="40ABE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1714320" y="1304316"/>
            <a:ext cx="10476865" cy="2215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20"/>
              </a:lnSpc>
              <a:spcBef>
                <a:spcPts val="100"/>
              </a:spcBef>
            </a:pPr>
            <a:r>
              <a:rPr dirty="0" sz="7550" spc="35"/>
              <a:t>DECISION</a:t>
            </a:r>
            <a:endParaRPr sz="7550"/>
          </a:p>
          <a:p>
            <a:pPr marL="12700">
              <a:lnSpc>
                <a:spcPts val="8620"/>
              </a:lnSpc>
            </a:pPr>
            <a:r>
              <a:rPr dirty="0" sz="7550" spc="-345">
                <a:latin typeface="Arial Black"/>
                <a:cs typeface="Arial Black"/>
              </a:rPr>
              <a:t>CON</a:t>
            </a:r>
            <a:r>
              <a:rPr dirty="0" sz="7550" spc="-1435">
                <a:latin typeface="Arial Black"/>
                <a:cs typeface="Arial Black"/>
              </a:rPr>
              <a:t> </a:t>
            </a:r>
            <a:r>
              <a:rPr dirty="0" sz="7550" spc="-475">
                <a:latin typeface="Arial Black"/>
                <a:cs typeface="Arial Black"/>
              </a:rPr>
              <a:t>COSTO</a:t>
            </a:r>
            <a:r>
              <a:rPr dirty="0" sz="7550" spc="-1430">
                <a:latin typeface="Arial Black"/>
                <a:cs typeface="Arial Black"/>
              </a:rPr>
              <a:t> </a:t>
            </a:r>
            <a:r>
              <a:rPr dirty="0" sz="7550" spc="-660">
                <a:latin typeface="Arial Black"/>
                <a:cs typeface="Arial Black"/>
              </a:rPr>
              <a:t>ASUMIDO</a:t>
            </a:r>
            <a:endParaRPr sz="755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9833" y="4581826"/>
            <a:ext cx="22193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solidFill>
                  <a:srgbClr val="FFFFFF"/>
                </a:solidFill>
                <a:latin typeface="Arial Black"/>
                <a:cs typeface="Arial Black"/>
              </a:rPr>
              <a:t>Componente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03419" y="4572301"/>
            <a:ext cx="205676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60">
                <a:solidFill>
                  <a:srgbClr val="FFFFFF"/>
                </a:solidFill>
                <a:latin typeface="Arial Black"/>
                <a:cs typeface="Arial Black"/>
              </a:rPr>
              <a:t>Alternativas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61843" y="4572301"/>
            <a:ext cx="25368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5">
                <a:solidFill>
                  <a:srgbClr val="FFFFFF"/>
                </a:solidFill>
                <a:latin typeface="Arial Black"/>
                <a:cs typeface="Arial Black"/>
              </a:rPr>
              <a:t>Costo</a:t>
            </a:r>
            <a:r>
              <a:rPr dirty="0" sz="2500" spc="-3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500" spc="-35">
                <a:solidFill>
                  <a:srgbClr val="FFFFFF"/>
                </a:solidFill>
                <a:latin typeface="Arial Black"/>
                <a:cs typeface="Arial Black"/>
              </a:rPr>
              <a:t>Asumido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16054" y="5164553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374478" y="5164553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4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2469" y="5174078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216208" y="5318750"/>
            <a:ext cx="1200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Frontend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45173" y="5308194"/>
            <a:ext cx="29641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>
                <a:solidFill>
                  <a:srgbClr val="FFFFFF"/>
                </a:solidFill>
                <a:latin typeface="Lucida Sans Unicode"/>
                <a:cs typeface="Lucida Sans Unicode"/>
              </a:rPr>
              <a:t>React</a:t>
            </a:r>
            <a:r>
              <a:rPr dirty="0" sz="20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dirty="0" sz="2000" spc="-2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TS</a:t>
            </a:r>
            <a:r>
              <a:rPr dirty="0" sz="200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frente</a:t>
            </a:r>
            <a:r>
              <a:rPr dirty="0" sz="20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0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35">
                <a:solidFill>
                  <a:srgbClr val="FFFFFF"/>
                </a:solidFill>
                <a:latin typeface="Lucida Sans Unicode"/>
                <a:cs typeface="Lucida Sans Unicode"/>
              </a:rPr>
              <a:t>VUE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139573" y="5309225"/>
            <a:ext cx="24580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2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aprendizaje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16054" y="5807637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374478" y="5807637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4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2469" y="5817161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216208" y="5982325"/>
            <a:ext cx="11271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Servidor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7162" y="5982325"/>
            <a:ext cx="36664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Express</a:t>
            </a:r>
            <a:r>
              <a:rPr dirty="0" sz="2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dirty="0" sz="2000" spc="-2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TS</a:t>
            </a:r>
            <a:r>
              <a:rPr dirty="0" sz="20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frente</a:t>
            </a:r>
            <a:r>
              <a:rPr dirty="0" sz="20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0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FastAPI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200736" y="5969296"/>
            <a:ext cx="2536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Validacion</a:t>
            </a:r>
            <a:r>
              <a:rPr dirty="0" sz="20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explicita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16054" y="6471212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374478" y="6471212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4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2469" y="6480737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216208" y="6645899"/>
            <a:ext cx="7810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Datos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64198" y="6636374"/>
            <a:ext cx="39363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0">
                <a:solidFill>
                  <a:srgbClr val="FFFFFF"/>
                </a:solidFill>
                <a:latin typeface="Lucida Sans Unicode"/>
                <a:cs typeface="Lucida Sans Unicode"/>
              </a:rPr>
              <a:t>PostgreSQL</a:t>
            </a:r>
            <a:r>
              <a:rPr dirty="0" sz="2000" spc="-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frente</a:t>
            </a:r>
            <a:r>
              <a:rPr dirty="0" sz="20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MongoDB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254310" y="6645899"/>
            <a:ext cx="31889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Migraciones</a:t>
            </a:r>
            <a:r>
              <a:rPr dirty="0" sz="200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00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operacion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16054" y="7134786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374478" y="7134786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4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2469" y="7144311"/>
            <a:ext cx="4582795" cy="15875"/>
          </a:xfrm>
          <a:custGeom>
            <a:avLst/>
            <a:gdLst/>
            <a:ahLst/>
            <a:cxnLst/>
            <a:rect l="l" t="t" r="r" b="b"/>
            <a:pathLst>
              <a:path w="4582795" h="15875">
                <a:moveTo>
                  <a:pt x="0" y="0"/>
                </a:moveTo>
                <a:lnTo>
                  <a:pt x="4582777" y="15546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727020" y="8790480"/>
            <a:ext cx="4600575" cy="466090"/>
            <a:chOff x="1727020" y="8790480"/>
            <a:chExt cx="4600575" cy="466090"/>
          </a:xfrm>
        </p:grpSpPr>
        <p:sp>
          <p:nvSpPr>
            <p:cNvPr id="4" name="object 4"/>
            <p:cNvSpPr/>
            <p:nvPr/>
          </p:nvSpPr>
          <p:spPr>
            <a:xfrm>
              <a:off x="1731558" y="8795002"/>
              <a:ext cx="4591685" cy="457200"/>
            </a:xfrm>
            <a:custGeom>
              <a:avLst/>
              <a:gdLst/>
              <a:ahLst/>
              <a:cxnLst/>
              <a:rect l="l" t="t" r="r" b="b"/>
              <a:pathLst>
                <a:path w="4591685" h="457200">
                  <a:moveTo>
                    <a:pt x="4498924" y="456743"/>
                  </a:moveTo>
                  <a:lnTo>
                    <a:pt x="92574" y="456743"/>
                  </a:lnTo>
                  <a:lnTo>
                    <a:pt x="56667" y="449578"/>
                  </a:lnTo>
                  <a:lnTo>
                    <a:pt x="27227" y="429949"/>
                  </a:lnTo>
                  <a:lnTo>
                    <a:pt x="7317" y="400653"/>
                  </a:lnTo>
                  <a:lnTo>
                    <a:pt x="0" y="364490"/>
                  </a:lnTo>
                  <a:lnTo>
                    <a:pt x="0" y="92253"/>
                  </a:lnTo>
                  <a:lnTo>
                    <a:pt x="7317" y="56471"/>
                  </a:lnTo>
                  <a:lnTo>
                    <a:pt x="27227" y="27133"/>
                  </a:lnTo>
                  <a:lnTo>
                    <a:pt x="56667" y="7292"/>
                  </a:lnTo>
                  <a:lnTo>
                    <a:pt x="92574" y="0"/>
                  </a:lnTo>
                  <a:lnTo>
                    <a:pt x="4498924" y="0"/>
                  </a:lnTo>
                  <a:lnTo>
                    <a:pt x="4534831" y="7292"/>
                  </a:lnTo>
                  <a:lnTo>
                    <a:pt x="4564271" y="27133"/>
                  </a:lnTo>
                  <a:lnTo>
                    <a:pt x="4584181" y="56471"/>
                  </a:lnTo>
                  <a:lnTo>
                    <a:pt x="4591498" y="92253"/>
                  </a:lnTo>
                  <a:lnTo>
                    <a:pt x="4591498" y="364490"/>
                  </a:lnTo>
                  <a:lnTo>
                    <a:pt x="4584308" y="400653"/>
                  </a:lnTo>
                  <a:lnTo>
                    <a:pt x="4564611" y="429949"/>
                  </a:lnTo>
                  <a:lnTo>
                    <a:pt x="4535213" y="449578"/>
                  </a:lnTo>
                  <a:lnTo>
                    <a:pt x="4498924" y="456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27020" y="8790480"/>
              <a:ext cx="4600575" cy="466090"/>
            </a:xfrm>
            <a:custGeom>
              <a:avLst/>
              <a:gdLst/>
              <a:ahLst/>
              <a:cxnLst/>
              <a:rect l="l" t="t" r="r" b="b"/>
              <a:pathLst>
                <a:path w="4600575" h="466090">
                  <a:moveTo>
                    <a:pt x="4503462" y="465787"/>
                  </a:moveTo>
                  <a:lnTo>
                    <a:pt x="97112" y="465787"/>
                  </a:lnTo>
                  <a:lnTo>
                    <a:pt x="59347" y="458170"/>
                  </a:lnTo>
                  <a:lnTo>
                    <a:pt x="28475" y="437410"/>
                  </a:lnTo>
                  <a:lnTo>
                    <a:pt x="7643" y="406645"/>
                  </a:lnTo>
                  <a:lnTo>
                    <a:pt x="0" y="369012"/>
                  </a:lnTo>
                  <a:lnTo>
                    <a:pt x="0" y="96775"/>
                  </a:lnTo>
                  <a:lnTo>
                    <a:pt x="7643" y="59142"/>
                  </a:lnTo>
                  <a:lnTo>
                    <a:pt x="28475" y="28376"/>
                  </a:lnTo>
                  <a:lnTo>
                    <a:pt x="59347" y="7617"/>
                  </a:lnTo>
                  <a:lnTo>
                    <a:pt x="97112" y="0"/>
                  </a:lnTo>
                  <a:lnTo>
                    <a:pt x="4503462" y="0"/>
                  </a:lnTo>
                  <a:lnTo>
                    <a:pt x="4541226" y="7617"/>
                  </a:lnTo>
                  <a:lnTo>
                    <a:pt x="4543349" y="9044"/>
                  </a:lnTo>
                  <a:lnTo>
                    <a:pt x="97112" y="9044"/>
                  </a:lnTo>
                  <a:lnTo>
                    <a:pt x="79286" y="10839"/>
                  </a:lnTo>
                  <a:lnTo>
                    <a:pt x="34488" y="34368"/>
                  </a:lnTo>
                  <a:lnTo>
                    <a:pt x="10876" y="79011"/>
                  </a:lnTo>
                  <a:lnTo>
                    <a:pt x="9075" y="96775"/>
                  </a:lnTo>
                  <a:lnTo>
                    <a:pt x="9075" y="369012"/>
                  </a:lnTo>
                  <a:lnTo>
                    <a:pt x="10864" y="386776"/>
                  </a:lnTo>
                  <a:lnTo>
                    <a:pt x="10876" y="386903"/>
                  </a:lnTo>
                  <a:lnTo>
                    <a:pt x="15892" y="403268"/>
                  </a:lnTo>
                  <a:lnTo>
                    <a:pt x="15996" y="403607"/>
                  </a:lnTo>
                  <a:lnTo>
                    <a:pt x="47719" y="441862"/>
                  </a:lnTo>
                  <a:lnTo>
                    <a:pt x="97112" y="456743"/>
                  </a:lnTo>
                  <a:lnTo>
                    <a:pt x="4503462" y="456743"/>
                  </a:lnTo>
                  <a:lnTo>
                    <a:pt x="4503462" y="465787"/>
                  </a:lnTo>
                  <a:close/>
                </a:path>
                <a:path w="4600575" h="466090">
                  <a:moveTo>
                    <a:pt x="4503462" y="465787"/>
                  </a:moveTo>
                  <a:lnTo>
                    <a:pt x="4503462" y="456743"/>
                  </a:lnTo>
                  <a:lnTo>
                    <a:pt x="4521288" y="455075"/>
                  </a:lnTo>
                  <a:lnTo>
                    <a:pt x="4537837" y="450185"/>
                  </a:lnTo>
                  <a:lnTo>
                    <a:pt x="4576566" y="418233"/>
                  </a:lnTo>
                  <a:lnTo>
                    <a:pt x="4591498" y="369012"/>
                  </a:lnTo>
                  <a:lnTo>
                    <a:pt x="4591498" y="96775"/>
                  </a:lnTo>
                  <a:lnTo>
                    <a:pt x="4576948" y="47553"/>
                  </a:lnTo>
                  <a:lnTo>
                    <a:pt x="4537837" y="15940"/>
                  </a:lnTo>
                  <a:lnTo>
                    <a:pt x="4503462" y="9044"/>
                  </a:lnTo>
                  <a:lnTo>
                    <a:pt x="4543349" y="9044"/>
                  </a:lnTo>
                  <a:lnTo>
                    <a:pt x="4572099" y="28376"/>
                  </a:lnTo>
                  <a:lnTo>
                    <a:pt x="4592931" y="59142"/>
                  </a:lnTo>
                  <a:lnTo>
                    <a:pt x="4600574" y="96775"/>
                  </a:lnTo>
                  <a:lnTo>
                    <a:pt x="4600574" y="369012"/>
                  </a:lnTo>
                  <a:lnTo>
                    <a:pt x="4592931" y="406645"/>
                  </a:lnTo>
                  <a:lnTo>
                    <a:pt x="4572099" y="437410"/>
                  </a:lnTo>
                  <a:lnTo>
                    <a:pt x="4541226" y="458170"/>
                  </a:lnTo>
                  <a:lnTo>
                    <a:pt x="4503462" y="46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8024" y="8956897"/>
              <a:ext cx="133415" cy="1320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8587" y="8906249"/>
              <a:ext cx="233023" cy="23311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521509" y="8850396"/>
            <a:ext cx="310451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-10">
                <a:solidFill>
                  <a:srgbClr val="3C66BE"/>
                </a:solidFill>
                <a:latin typeface="Lucida Sans Unicode"/>
                <a:cs typeface="Lucida Sans Unicode"/>
              </a:rPr>
              <a:t>Aquila_Guard_Prototipo.html</a:t>
            </a:r>
            <a:endParaRPr sz="175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72249" y="9671249"/>
            <a:ext cx="615749" cy="615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2293" y="948670"/>
            <a:ext cx="380999" cy="3809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269464" y="977755"/>
            <a:ext cx="14039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0">
                <a:solidFill>
                  <a:srgbClr val="EBF5FE"/>
                </a:solidFill>
                <a:latin typeface="Lucida Sans Unicode"/>
                <a:cs typeface="Lucida Sans Unicode"/>
              </a:rPr>
              <a:t>Aquila</a:t>
            </a:r>
            <a:r>
              <a:rPr dirty="0" sz="1750" spc="-229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EBF5FE"/>
                </a:solidFill>
                <a:latin typeface="Lucida Sans Unicode"/>
                <a:cs typeface="Lucida Sans Unicode"/>
              </a:rPr>
              <a:t>Guard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2621913"/>
            <a:ext cx="2914650" cy="385445"/>
          </a:xfrm>
          <a:custGeom>
            <a:avLst/>
            <a:gdLst/>
            <a:ahLst/>
            <a:cxnLst/>
            <a:rect l="l" t="t" r="r" b="b"/>
            <a:pathLst>
              <a:path w="2914650" h="385444">
                <a:moveTo>
                  <a:pt x="1011623" y="271136"/>
                </a:moveTo>
                <a:lnTo>
                  <a:pt x="956865" y="271136"/>
                </a:lnTo>
                <a:lnTo>
                  <a:pt x="1145913" y="81209"/>
                </a:lnTo>
                <a:lnTo>
                  <a:pt x="2714358" y="81209"/>
                </a:lnTo>
                <a:lnTo>
                  <a:pt x="2718394" y="67170"/>
                </a:lnTo>
                <a:lnTo>
                  <a:pt x="2741738" y="30126"/>
                </a:lnTo>
                <a:lnTo>
                  <a:pt x="2773681" y="8186"/>
                </a:lnTo>
                <a:lnTo>
                  <a:pt x="2813446" y="0"/>
                </a:lnTo>
                <a:lnTo>
                  <a:pt x="2833634" y="2128"/>
                </a:lnTo>
                <a:lnTo>
                  <a:pt x="2852722" y="8186"/>
                </a:lnTo>
                <a:lnTo>
                  <a:pt x="2870099" y="17682"/>
                </a:lnTo>
                <a:lnTo>
                  <a:pt x="2885154" y="30126"/>
                </a:lnTo>
                <a:lnTo>
                  <a:pt x="2892755" y="39295"/>
                </a:lnTo>
                <a:lnTo>
                  <a:pt x="2812142" y="39295"/>
                </a:lnTo>
                <a:lnTo>
                  <a:pt x="2799715" y="40502"/>
                </a:lnTo>
                <a:lnTo>
                  <a:pt x="2760011" y="67170"/>
                </a:lnTo>
                <a:lnTo>
                  <a:pt x="2749561" y="102167"/>
                </a:lnTo>
                <a:lnTo>
                  <a:pt x="2750763" y="114651"/>
                </a:lnTo>
                <a:lnTo>
                  <a:pt x="2752519" y="120505"/>
                </a:lnTo>
                <a:lnTo>
                  <a:pt x="1162862" y="120505"/>
                </a:lnTo>
                <a:lnTo>
                  <a:pt x="1011623" y="271136"/>
                </a:lnTo>
                <a:close/>
              </a:path>
              <a:path w="2914650" h="385444">
                <a:moveTo>
                  <a:pt x="2892662" y="165039"/>
                </a:moveTo>
                <a:lnTo>
                  <a:pt x="2812142" y="165039"/>
                </a:lnTo>
                <a:lnTo>
                  <a:pt x="2824568" y="163831"/>
                </a:lnTo>
                <a:lnTo>
                  <a:pt x="2836262" y="160291"/>
                </a:lnTo>
                <a:lnTo>
                  <a:pt x="2869997" y="126399"/>
                </a:lnTo>
                <a:lnTo>
                  <a:pt x="2874723" y="102167"/>
                </a:lnTo>
                <a:lnTo>
                  <a:pt x="2873521" y="89682"/>
                </a:lnTo>
                <a:lnTo>
                  <a:pt x="2846977" y="49794"/>
                </a:lnTo>
                <a:lnTo>
                  <a:pt x="2812142" y="39295"/>
                </a:lnTo>
                <a:lnTo>
                  <a:pt x="2892755" y="39295"/>
                </a:lnTo>
                <a:lnTo>
                  <a:pt x="2897539" y="45066"/>
                </a:lnTo>
                <a:lnTo>
                  <a:pt x="2906992" y="62217"/>
                </a:lnTo>
                <a:lnTo>
                  <a:pt x="2912983" y="81209"/>
                </a:lnTo>
                <a:lnTo>
                  <a:pt x="2914649" y="97339"/>
                </a:lnTo>
                <a:lnTo>
                  <a:pt x="2914649" y="106866"/>
                </a:lnTo>
                <a:lnTo>
                  <a:pt x="2913022" y="122449"/>
                </a:lnTo>
                <a:lnTo>
                  <a:pt x="2906992" y="141626"/>
                </a:lnTo>
                <a:lnTo>
                  <a:pt x="2897539" y="159083"/>
                </a:lnTo>
                <a:lnTo>
                  <a:pt x="2892662" y="165039"/>
                </a:lnTo>
                <a:close/>
              </a:path>
              <a:path w="2914650" h="385444">
                <a:moveTo>
                  <a:pt x="2813446" y="204334"/>
                </a:moveTo>
                <a:lnTo>
                  <a:pt x="2774169" y="196148"/>
                </a:lnTo>
                <a:lnTo>
                  <a:pt x="2741738" y="174208"/>
                </a:lnTo>
                <a:lnTo>
                  <a:pt x="2717720" y="135711"/>
                </a:lnTo>
                <a:lnTo>
                  <a:pt x="2714358" y="120505"/>
                </a:lnTo>
                <a:lnTo>
                  <a:pt x="2752519" y="120505"/>
                </a:lnTo>
                <a:lnTo>
                  <a:pt x="2754287" y="126399"/>
                </a:lnTo>
                <a:lnTo>
                  <a:pt x="2760011" y="137164"/>
                </a:lnTo>
                <a:lnTo>
                  <a:pt x="2799715" y="163831"/>
                </a:lnTo>
                <a:lnTo>
                  <a:pt x="2812142" y="165039"/>
                </a:lnTo>
                <a:lnTo>
                  <a:pt x="2892662" y="165039"/>
                </a:lnTo>
                <a:lnTo>
                  <a:pt x="2885154" y="174208"/>
                </a:lnTo>
                <a:lnTo>
                  <a:pt x="2870282" y="186651"/>
                </a:lnTo>
                <a:lnTo>
                  <a:pt x="2853211" y="196148"/>
                </a:lnTo>
                <a:lnTo>
                  <a:pt x="2834184" y="202205"/>
                </a:lnTo>
                <a:lnTo>
                  <a:pt x="2813446" y="204334"/>
                </a:lnTo>
                <a:close/>
              </a:path>
              <a:path w="2914650" h="385444">
                <a:moveTo>
                  <a:pt x="0" y="384983"/>
                </a:moveTo>
                <a:lnTo>
                  <a:pt x="0" y="327349"/>
                </a:lnTo>
                <a:lnTo>
                  <a:pt x="18144" y="309121"/>
                </a:lnTo>
                <a:lnTo>
                  <a:pt x="0" y="309121"/>
                </a:lnTo>
                <a:lnTo>
                  <a:pt x="0" y="271136"/>
                </a:lnTo>
                <a:lnTo>
                  <a:pt x="2398844" y="271136"/>
                </a:lnTo>
                <a:lnTo>
                  <a:pt x="2398844" y="310431"/>
                </a:lnTo>
                <a:lnTo>
                  <a:pt x="74206" y="310431"/>
                </a:lnTo>
                <a:lnTo>
                  <a:pt x="0" y="384983"/>
                </a:lnTo>
                <a:close/>
              </a:path>
            </a:pathLst>
          </a:custGeom>
          <a:solidFill>
            <a:srgbClr val="40ABE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20"/>
              </a:lnSpc>
              <a:spcBef>
                <a:spcPts val="100"/>
              </a:spcBef>
            </a:pPr>
            <a:r>
              <a:rPr dirty="0" spc="-125"/>
              <a:t>V</a:t>
            </a:r>
            <a:r>
              <a:rPr dirty="0" spc="-130"/>
              <a:t>IA</a:t>
            </a:r>
            <a:r>
              <a:rPr dirty="0" spc="-85"/>
              <a:t>B</a:t>
            </a:r>
            <a:r>
              <a:rPr dirty="0" spc="-130"/>
              <a:t>I</a:t>
            </a:r>
            <a:r>
              <a:rPr dirty="0" spc="-114"/>
              <a:t>L</a:t>
            </a:r>
            <a:r>
              <a:rPr dirty="0" spc="-130"/>
              <a:t>I</a:t>
            </a:r>
            <a:r>
              <a:rPr dirty="0" spc="-345"/>
              <a:t>D</a:t>
            </a:r>
            <a:r>
              <a:rPr dirty="0" spc="-130"/>
              <a:t>A</a:t>
            </a:r>
            <a:r>
              <a:rPr dirty="0" spc="220"/>
              <a:t>D</a:t>
            </a:r>
          </a:p>
          <a:p>
            <a:pPr marL="12700">
              <a:lnSpc>
                <a:spcPts val="8620"/>
              </a:lnSpc>
            </a:pPr>
            <a:r>
              <a:rPr dirty="0" spc="-705">
                <a:latin typeface="Arial Black"/>
                <a:cs typeface="Arial Black"/>
              </a:rPr>
              <a:t>Y</a:t>
            </a:r>
            <a:r>
              <a:rPr dirty="0" spc="-1435">
                <a:latin typeface="Arial Black"/>
                <a:cs typeface="Arial Black"/>
              </a:rPr>
              <a:t> </a:t>
            </a:r>
            <a:r>
              <a:rPr dirty="0" spc="-630">
                <a:latin typeface="Arial Black"/>
                <a:cs typeface="Arial Black"/>
              </a:rPr>
              <a:t>PROXIMOS</a:t>
            </a:r>
            <a:r>
              <a:rPr dirty="0" spc="-1430">
                <a:latin typeface="Arial Black"/>
                <a:cs typeface="Arial Black"/>
              </a:rPr>
              <a:t> </a:t>
            </a:r>
            <a:r>
              <a:rPr dirty="0" spc="-725">
                <a:latin typeface="Arial Black"/>
                <a:cs typeface="Arial Black"/>
              </a:rPr>
              <a:t>PASOS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1784668" y="4598959"/>
            <a:ext cx="3208020" cy="2711450"/>
            <a:chOff x="1784668" y="4598959"/>
            <a:chExt cx="3208020" cy="271145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2293" y="4646584"/>
              <a:ext cx="3112369" cy="26155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32293" y="4646584"/>
              <a:ext cx="3112770" cy="2616200"/>
            </a:xfrm>
            <a:custGeom>
              <a:avLst/>
              <a:gdLst/>
              <a:ahLst/>
              <a:cxnLst/>
              <a:rect l="l" t="t" r="r" b="b"/>
              <a:pathLst>
                <a:path w="3112770" h="2616200">
                  <a:moveTo>
                    <a:pt x="2325170" y="0"/>
                  </a:moveTo>
                  <a:lnTo>
                    <a:pt x="2396821" y="5334"/>
                  </a:lnTo>
                  <a:lnTo>
                    <a:pt x="2466671" y="21055"/>
                  </a:lnTo>
                  <a:lnTo>
                    <a:pt x="2534441" y="46697"/>
                  </a:lnTo>
                  <a:lnTo>
                    <a:pt x="2599854" y="81799"/>
                  </a:lnTo>
                  <a:lnTo>
                    <a:pt x="2662630" y="125900"/>
                  </a:lnTo>
                  <a:lnTo>
                    <a:pt x="2692943" y="151179"/>
                  </a:lnTo>
                  <a:lnTo>
                    <a:pt x="2722492" y="178536"/>
                  </a:lnTo>
                  <a:lnTo>
                    <a:pt x="2751243" y="207910"/>
                  </a:lnTo>
                  <a:lnTo>
                    <a:pt x="2779161" y="239245"/>
                  </a:lnTo>
                  <a:lnTo>
                    <a:pt x="2806212" y="272483"/>
                  </a:lnTo>
                  <a:lnTo>
                    <a:pt x="2832360" y="307567"/>
                  </a:lnTo>
                  <a:lnTo>
                    <a:pt x="2857571" y="344437"/>
                  </a:lnTo>
                  <a:lnTo>
                    <a:pt x="2881811" y="383038"/>
                  </a:lnTo>
                  <a:lnTo>
                    <a:pt x="2905044" y="423310"/>
                  </a:lnTo>
                  <a:lnTo>
                    <a:pt x="2927236" y="465197"/>
                  </a:lnTo>
                  <a:lnTo>
                    <a:pt x="2948352" y="508640"/>
                  </a:lnTo>
                  <a:lnTo>
                    <a:pt x="2968357" y="553582"/>
                  </a:lnTo>
                  <a:lnTo>
                    <a:pt x="2987217" y="599965"/>
                  </a:lnTo>
                  <a:lnTo>
                    <a:pt x="3004897" y="647732"/>
                  </a:lnTo>
                  <a:lnTo>
                    <a:pt x="3021362" y="696824"/>
                  </a:lnTo>
                  <a:lnTo>
                    <a:pt x="3036578" y="747184"/>
                  </a:lnTo>
                  <a:lnTo>
                    <a:pt x="3050509" y="798755"/>
                  </a:lnTo>
                  <a:lnTo>
                    <a:pt x="3063122" y="851478"/>
                  </a:lnTo>
                  <a:lnTo>
                    <a:pt x="3074380" y="905295"/>
                  </a:lnTo>
                  <a:lnTo>
                    <a:pt x="3084250" y="960150"/>
                  </a:lnTo>
                  <a:lnTo>
                    <a:pt x="3092697" y="1015985"/>
                  </a:lnTo>
                  <a:lnTo>
                    <a:pt x="3099686" y="1072741"/>
                  </a:lnTo>
                  <a:lnTo>
                    <a:pt x="3105183" y="1130361"/>
                  </a:lnTo>
                  <a:lnTo>
                    <a:pt x="3109152" y="1188787"/>
                  </a:lnTo>
                  <a:lnTo>
                    <a:pt x="3111559" y="1247962"/>
                  </a:lnTo>
                  <a:lnTo>
                    <a:pt x="3112369" y="1307827"/>
                  </a:lnTo>
                  <a:lnTo>
                    <a:pt x="3111559" y="1367693"/>
                  </a:lnTo>
                  <a:lnTo>
                    <a:pt x="3109152" y="1426868"/>
                  </a:lnTo>
                  <a:lnTo>
                    <a:pt x="3105183" y="1485294"/>
                  </a:lnTo>
                  <a:lnTo>
                    <a:pt x="3099687" y="1542914"/>
                  </a:lnTo>
                  <a:lnTo>
                    <a:pt x="3092698" y="1599670"/>
                  </a:lnTo>
                  <a:lnTo>
                    <a:pt x="3084251" y="1655504"/>
                  </a:lnTo>
                  <a:lnTo>
                    <a:pt x="3074381" y="1710359"/>
                  </a:lnTo>
                  <a:lnTo>
                    <a:pt x="3063122" y="1764177"/>
                  </a:lnTo>
                  <a:lnTo>
                    <a:pt x="3050510" y="1816900"/>
                  </a:lnTo>
                  <a:lnTo>
                    <a:pt x="3036579" y="1868471"/>
                  </a:lnTo>
                  <a:lnTo>
                    <a:pt x="3021363" y="1918831"/>
                  </a:lnTo>
                  <a:lnTo>
                    <a:pt x="3004898" y="1967923"/>
                  </a:lnTo>
                  <a:lnTo>
                    <a:pt x="2987218" y="2015690"/>
                  </a:lnTo>
                  <a:lnTo>
                    <a:pt x="2968359" y="2062073"/>
                  </a:lnTo>
                  <a:lnTo>
                    <a:pt x="2948353" y="2107015"/>
                  </a:lnTo>
                  <a:lnTo>
                    <a:pt x="2927237" y="2150459"/>
                  </a:lnTo>
                  <a:lnTo>
                    <a:pt x="2905045" y="2192346"/>
                  </a:lnTo>
                  <a:lnTo>
                    <a:pt x="2881812" y="2232618"/>
                  </a:lnTo>
                  <a:lnTo>
                    <a:pt x="2857572" y="2271219"/>
                  </a:lnTo>
                  <a:lnTo>
                    <a:pt x="2832361" y="2308090"/>
                  </a:lnTo>
                  <a:lnTo>
                    <a:pt x="2806213" y="2343173"/>
                  </a:lnTo>
                  <a:lnTo>
                    <a:pt x="2779162" y="2376412"/>
                  </a:lnTo>
                  <a:lnTo>
                    <a:pt x="2751243" y="2407747"/>
                  </a:lnTo>
                  <a:lnTo>
                    <a:pt x="2722492" y="2437122"/>
                  </a:lnTo>
                  <a:lnTo>
                    <a:pt x="2692943" y="2464478"/>
                  </a:lnTo>
                  <a:lnTo>
                    <a:pt x="2662630" y="2489758"/>
                  </a:lnTo>
                  <a:lnTo>
                    <a:pt x="2631588" y="2512904"/>
                  </a:lnTo>
                  <a:lnTo>
                    <a:pt x="2567459" y="2552563"/>
                  </a:lnTo>
                  <a:lnTo>
                    <a:pt x="2500832" y="2582992"/>
                  </a:lnTo>
                  <a:lnTo>
                    <a:pt x="2431986" y="2603731"/>
                  </a:lnTo>
                  <a:lnTo>
                    <a:pt x="2361201" y="2614316"/>
                  </a:lnTo>
                  <a:lnTo>
                    <a:pt x="2325170" y="2615660"/>
                  </a:lnTo>
                  <a:lnTo>
                    <a:pt x="787120" y="2615659"/>
                  </a:lnTo>
                  <a:lnTo>
                    <a:pt x="715472" y="2610311"/>
                  </a:lnTo>
                  <a:lnTo>
                    <a:pt x="645626" y="2594581"/>
                  </a:lnTo>
                  <a:lnTo>
                    <a:pt x="577862" y="2568931"/>
                  </a:lnTo>
                  <a:lnTo>
                    <a:pt x="512458" y="2533823"/>
                  </a:lnTo>
                  <a:lnTo>
                    <a:pt x="449689" y="2489719"/>
                  </a:lnTo>
                  <a:lnTo>
                    <a:pt x="419381" y="2464439"/>
                  </a:lnTo>
                  <a:lnTo>
                    <a:pt x="389835" y="2437082"/>
                  </a:lnTo>
                  <a:lnTo>
                    <a:pt x="361088" y="2407707"/>
                  </a:lnTo>
                  <a:lnTo>
                    <a:pt x="333173" y="2376372"/>
                  </a:lnTo>
                  <a:lnTo>
                    <a:pt x="306126" y="2343135"/>
                  </a:lnTo>
                  <a:lnTo>
                    <a:pt x="279980" y="2308052"/>
                  </a:lnTo>
                  <a:lnTo>
                    <a:pt x="254772" y="2271182"/>
                  </a:lnTo>
                  <a:lnTo>
                    <a:pt x="230535" y="2232583"/>
                  </a:lnTo>
                  <a:lnTo>
                    <a:pt x="207305" y="2192312"/>
                  </a:lnTo>
                  <a:lnTo>
                    <a:pt x="185115" y="2150427"/>
                  </a:lnTo>
                  <a:lnTo>
                    <a:pt x="164001" y="2106985"/>
                  </a:lnTo>
                  <a:lnTo>
                    <a:pt x="143998" y="2062044"/>
                  </a:lnTo>
                  <a:lnTo>
                    <a:pt x="125139" y="2015663"/>
                  </a:lnTo>
                  <a:lnTo>
                    <a:pt x="107461" y="1967898"/>
                  </a:lnTo>
                  <a:lnTo>
                    <a:pt x="90998" y="1918808"/>
                  </a:lnTo>
                  <a:lnTo>
                    <a:pt x="75783" y="1868449"/>
                  </a:lnTo>
                  <a:lnTo>
                    <a:pt x="61853" y="1816881"/>
                  </a:lnTo>
                  <a:lnTo>
                    <a:pt x="49242" y="1764160"/>
                  </a:lnTo>
                  <a:lnTo>
                    <a:pt x="37984" y="1710344"/>
                  </a:lnTo>
                  <a:lnTo>
                    <a:pt x="28115" y="1655491"/>
                  </a:lnTo>
                  <a:lnTo>
                    <a:pt x="19669" y="1599659"/>
                  </a:lnTo>
                  <a:lnTo>
                    <a:pt x="12680" y="1542905"/>
                  </a:lnTo>
                  <a:lnTo>
                    <a:pt x="7185" y="1485287"/>
                  </a:lnTo>
                  <a:lnTo>
                    <a:pt x="3216" y="1426862"/>
                  </a:lnTo>
                  <a:lnTo>
                    <a:pt x="809" y="1367690"/>
                  </a:lnTo>
                  <a:lnTo>
                    <a:pt x="0" y="1307826"/>
                  </a:lnTo>
                  <a:lnTo>
                    <a:pt x="810" y="1247963"/>
                  </a:lnTo>
                  <a:lnTo>
                    <a:pt x="3216" y="1188790"/>
                  </a:lnTo>
                  <a:lnTo>
                    <a:pt x="7185" y="1130366"/>
                  </a:lnTo>
                  <a:lnTo>
                    <a:pt x="12681" y="1072748"/>
                  </a:lnTo>
                  <a:lnTo>
                    <a:pt x="19670" y="1015994"/>
                  </a:lnTo>
                  <a:lnTo>
                    <a:pt x="28116" y="960162"/>
                  </a:lnTo>
                  <a:lnTo>
                    <a:pt x="37985" y="905309"/>
                  </a:lnTo>
                  <a:lnTo>
                    <a:pt x="49243" y="851493"/>
                  </a:lnTo>
                  <a:lnTo>
                    <a:pt x="61855" y="798772"/>
                  </a:lnTo>
                  <a:lnTo>
                    <a:pt x="75785" y="747203"/>
                  </a:lnTo>
                  <a:lnTo>
                    <a:pt x="90999" y="696845"/>
                  </a:lnTo>
                  <a:lnTo>
                    <a:pt x="107463" y="647755"/>
                  </a:lnTo>
                  <a:lnTo>
                    <a:pt x="125141" y="599990"/>
                  </a:lnTo>
                  <a:lnTo>
                    <a:pt x="144000" y="553609"/>
                  </a:lnTo>
                  <a:lnTo>
                    <a:pt x="164003" y="508668"/>
                  </a:lnTo>
                  <a:lnTo>
                    <a:pt x="185117" y="465227"/>
                  </a:lnTo>
                  <a:lnTo>
                    <a:pt x="207307" y="423341"/>
                  </a:lnTo>
                  <a:lnTo>
                    <a:pt x="230538" y="383070"/>
                  </a:lnTo>
                  <a:lnTo>
                    <a:pt x="254775" y="344471"/>
                  </a:lnTo>
                  <a:lnTo>
                    <a:pt x="279983" y="307602"/>
                  </a:lnTo>
                  <a:lnTo>
                    <a:pt x="306129" y="272519"/>
                  </a:lnTo>
                  <a:lnTo>
                    <a:pt x="333176" y="239282"/>
                  </a:lnTo>
                  <a:lnTo>
                    <a:pt x="361091" y="207947"/>
                  </a:lnTo>
                  <a:lnTo>
                    <a:pt x="389838" y="178573"/>
                  </a:lnTo>
                  <a:lnTo>
                    <a:pt x="419384" y="151216"/>
                  </a:lnTo>
                  <a:lnTo>
                    <a:pt x="449693" y="125936"/>
                  </a:lnTo>
                  <a:lnTo>
                    <a:pt x="480730" y="102789"/>
                  </a:lnTo>
                  <a:lnTo>
                    <a:pt x="544851" y="63126"/>
                  </a:lnTo>
                  <a:lnTo>
                    <a:pt x="611470" y="32690"/>
                  </a:lnTo>
                  <a:lnTo>
                    <a:pt x="680309" y="11942"/>
                  </a:lnTo>
                  <a:lnTo>
                    <a:pt x="751091" y="1346"/>
                  </a:lnTo>
                  <a:lnTo>
                    <a:pt x="787122" y="0"/>
                  </a:lnTo>
                  <a:lnTo>
                    <a:pt x="2325170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269464" y="4800839"/>
            <a:ext cx="1642110" cy="172529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810"/>
              </a:spcBef>
            </a:pPr>
            <a:r>
              <a:rPr dirty="0" sz="2750" spc="-45">
                <a:solidFill>
                  <a:srgbClr val="EBF5FE"/>
                </a:solidFill>
                <a:latin typeface="Arial Black"/>
                <a:cs typeface="Arial Black"/>
              </a:rPr>
              <a:t>Costos</a:t>
            </a:r>
            <a:endParaRPr sz="2750">
              <a:latin typeface="Arial Black"/>
              <a:cs typeface="Arial Black"/>
            </a:endParaRPr>
          </a:p>
          <a:p>
            <a:pPr marL="12700" marR="179070">
              <a:lnSpc>
                <a:spcPct val="116700"/>
              </a:lnSpc>
              <a:spcBef>
                <a:spcPts val="120"/>
              </a:spcBef>
            </a:pPr>
            <a:r>
              <a:rPr dirty="0" sz="1650" spc="-90">
                <a:solidFill>
                  <a:srgbClr val="EBF5FE"/>
                </a:solidFill>
                <a:latin typeface="Arial Black"/>
                <a:cs typeface="Arial Black"/>
              </a:rPr>
              <a:t>Herramientas </a:t>
            </a:r>
            <a:r>
              <a:rPr dirty="0" sz="1650" spc="-10">
                <a:solidFill>
                  <a:srgbClr val="EBF5FE"/>
                </a:solidFill>
                <a:latin typeface="Arial Black"/>
                <a:cs typeface="Arial Black"/>
              </a:rPr>
              <a:t>gratuitas.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16700"/>
              </a:lnSpc>
            </a:pPr>
            <a:r>
              <a:rPr dirty="0" sz="1650" spc="-75">
                <a:solidFill>
                  <a:srgbClr val="EBF5FE"/>
                </a:solidFill>
                <a:latin typeface="Arial Black"/>
                <a:cs typeface="Arial Black"/>
              </a:rPr>
              <a:t>Infraestructura </a:t>
            </a:r>
            <a:r>
              <a:rPr dirty="0" sz="1650" spc="-10">
                <a:solidFill>
                  <a:srgbClr val="EBF5FE"/>
                </a:solidFill>
                <a:latin typeface="Arial Black"/>
                <a:cs typeface="Arial Black"/>
              </a:rPr>
              <a:t>por</a:t>
            </a:r>
            <a:r>
              <a:rPr dirty="0" sz="1650" spc="-30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EBF5FE"/>
                </a:solidFill>
                <a:latin typeface="Arial Black"/>
                <a:cs typeface="Arial Black"/>
              </a:rPr>
              <a:t>evaluar.</a:t>
            </a:r>
            <a:endParaRPr sz="165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04487" y="4598959"/>
            <a:ext cx="3208020" cy="2711450"/>
            <a:chOff x="6804487" y="4598959"/>
            <a:chExt cx="3208020" cy="271145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2112" y="4646584"/>
              <a:ext cx="3112369" cy="261553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52112" y="4646584"/>
              <a:ext cx="3112770" cy="2616200"/>
            </a:xfrm>
            <a:custGeom>
              <a:avLst/>
              <a:gdLst/>
              <a:ahLst/>
              <a:cxnLst/>
              <a:rect l="l" t="t" r="r" b="b"/>
              <a:pathLst>
                <a:path w="3112770" h="2616200">
                  <a:moveTo>
                    <a:pt x="2325170" y="0"/>
                  </a:moveTo>
                  <a:lnTo>
                    <a:pt x="2396821" y="5334"/>
                  </a:lnTo>
                  <a:lnTo>
                    <a:pt x="2466671" y="21055"/>
                  </a:lnTo>
                  <a:lnTo>
                    <a:pt x="2534441" y="46697"/>
                  </a:lnTo>
                  <a:lnTo>
                    <a:pt x="2599854" y="81799"/>
                  </a:lnTo>
                  <a:lnTo>
                    <a:pt x="2662630" y="125899"/>
                  </a:lnTo>
                  <a:lnTo>
                    <a:pt x="2692943" y="151179"/>
                  </a:lnTo>
                  <a:lnTo>
                    <a:pt x="2722492" y="178535"/>
                  </a:lnTo>
                  <a:lnTo>
                    <a:pt x="2751243" y="207910"/>
                  </a:lnTo>
                  <a:lnTo>
                    <a:pt x="2779161" y="239245"/>
                  </a:lnTo>
                  <a:lnTo>
                    <a:pt x="2806212" y="272483"/>
                  </a:lnTo>
                  <a:lnTo>
                    <a:pt x="2832360" y="307567"/>
                  </a:lnTo>
                  <a:lnTo>
                    <a:pt x="2857571" y="344437"/>
                  </a:lnTo>
                  <a:lnTo>
                    <a:pt x="2881811" y="383038"/>
                  </a:lnTo>
                  <a:lnTo>
                    <a:pt x="2905044" y="423310"/>
                  </a:lnTo>
                  <a:lnTo>
                    <a:pt x="2927236" y="465197"/>
                  </a:lnTo>
                  <a:lnTo>
                    <a:pt x="2948352" y="508640"/>
                  </a:lnTo>
                  <a:lnTo>
                    <a:pt x="2968357" y="553582"/>
                  </a:lnTo>
                  <a:lnTo>
                    <a:pt x="2987217" y="599965"/>
                  </a:lnTo>
                  <a:lnTo>
                    <a:pt x="3004897" y="647732"/>
                  </a:lnTo>
                  <a:lnTo>
                    <a:pt x="3021362" y="696824"/>
                  </a:lnTo>
                  <a:lnTo>
                    <a:pt x="3036578" y="747184"/>
                  </a:lnTo>
                  <a:lnTo>
                    <a:pt x="3050509" y="798755"/>
                  </a:lnTo>
                  <a:lnTo>
                    <a:pt x="3063122" y="851478"/>
                  </a:lnTo>
                  <a:lnTo>
                    <a:pt x="3074380" y="905295"/>
                  </a:lnTo>
                  <a:lnTo>
                    <a:pt x="3084250" y="960150"/>
                  </a:lnTo>
                  <a:lnTo>
                    <a:pt x="3092697" y="1015985"/>
                  </a:lnTo>
                  <a:lnTo>
                    <a:pt x="3099686" y="1072741"/>
                  </a:lnTo>
                  <a:lnTo>
                    <a:pt x="3105183" y="1130361"/>
                  </a:lnTo>
                  <a:lnTo>
                    <a:pt x="3109152" y="1188787"/>
                  </a:lnTo>
                  <a:lnTo>
                    <a:pt x="3111559" y="1247962"/>
                  </a:lnTo>
                  <a:lnTo>
                    <a:pt x="3112369" y="1307827"/>
                  </a:lnTo>
                  <a:lnTo>
                    <a:pt x="3111559" y="1367693"/>
                  </a:lnTo>
                  <a:lnTo>
                    <a:pt x="3109152" y="1426868"/>
                  </a:lnTo>
                  <a:lnTo>
                    <a:pt x="3105183" y="1485294"/>
                  </a:lnTo>
                  <a:lnTo>
                    <a:pt x="3099687" y="1542914"/>
                  </a:lnTo>
                  <a:lnTo>
                    <a:pt x="3092698" y="1599670"/>
                  </a:lnTo>
                  <a:lnTo>
                    <a:pt x="3084251" y="1655504"/>
                  </a:lnTo>
                  <a:lnTo>
                    <a:pt x="3074381" y="1710359"/>
                  </a:lnTo>
                  <a:lnTo>
                    <a:pt x="3063122" y="1764177"/>
                  </a:lnTo>
                  <a:lnTo>
                    <a:pt x="3050510" y="1816900"/>
                  </a:lnTo>
                  <a:lnTo>
                    <a:pt x="3036579" y="1868471"/>
                  </a:lnTo>
                  <a:lnTo>
                    <a:pt x="3021363" y="1918831"/>
                  </a:lnTo>
                  <a:lnTo>
                    <a:pt x="3004898" y="1967923"/>
                  </a:lnTo>
                  <a:lnTo>
                    <a:pt x="2987219" y="2015690"/>
                  </a:lnTo>
                  <a:lnTo>
                    <a:pt x="2968359" y="2062073"/>
                  </a:lnTo>
                  <a:lnTo>
                    <a:pt x="2948353" y="2107016"/>
                  </a:lnTo>
                  <a:lnTo>
                    <a:pt x="2927237" y="2150459"/>
                  </a:lnTo>
                  <a:lnTo>
                    <a:pt x="2905045" y="2192346"/>
                  </a:lnTo>
                  <a:lnTo>
                    <a:pt x="2881812" y="2232618"/>
                  </a:lnTo>
                  <a:lnTo>
                    <a:pt x="2857573" y="2271219"/>
                  </a:lnTo>
                  <a:lnTo>
                    <a:pt x="2832361" y="2308090"/>
                  </a:lnTo>
                  <a:lnTo>
                    <a:pt x="2806213" y="2343174"/>
                  </a:lnTo>
                  <a:lnTo>
                    <a:pt x="2779162" y="2376412"/>
                  </a:lnTo>
                  <a:lnTo>
                    <a:pt x="2751243" y="2407747"/>
                  </a:lnTo>
                  <a:lnTo>
                    <a:pt x="2722492" y="2437122"/>
                  </a:lnTo>
                  <a:lnTo>
                    <a:pt x="2692943" y="2464478"/>
                  </a:lnTo>
                  <a:lnTo>
                    <a:pt x="2662630" y="2489758"/>
                  </a:lnTo>
                  <a:lnTo>
                    <a:pt x="2631588" y="2512904"/>
                  </a:lnTo>
                  <a:lnTo>
                    <a:pt x="2567458" y="2552563"/>
                  </a:lnTo>
                  <a:lnTo>
                    <a:pt x="2500831" y="2582993"/>
                  </a:lnTo>
                  <a:lnTo>
                    <a:pt x="2431986" y="2603731"/>
                  </a:lnTo>
                  <a:lnTo>
                    <a:pt x="2361201" y="2614316"/>
                  </a:lnTo>
                  <a:lnTo>
                    <a:pt x="2325170" y="2615660"/>
                  </a:lnTo>
                  <a:lnTo>
                    <a:pt x="787120" y="2615659"/>
                  </a:lnTo>
                  <a:lnTo>
                    <a:pt x="715472" y="2610311"/>
                  </a:lnTo>
                  <a:lnTo>
                    <a:pt x="645626" y="2594581"/>
                  </a:lnTo>
                  <a:lnTo>
                    <a:pt x="577862" y="2568931"/>
                  </a:lnTo>
                  <a:lnTo>
                    <a:pt x="512457" y="2533823"/>
                  </a:lnTo>
                  <a:lnTo>
                    <a:pt x="449689" y="2489719"/>
                  </a:lnTo>
                  <a:lnTo>
                    <a:pt x="419381" y="2464439"/>
                  </a:lnTo>
                  <a:lnTo>
                    <a:pt x="389835" y="2437082"/>
                  </a:lnTo>
                  <a:lnTo>
                    <a:pt x="361088" y="2407707"/>
                  </a:lnTo>
                  <a:lnTo>
                    <a:pt x="333173" y="2376372"/>
                  </a:lnTo>
                  <a:lnTo>
                    <a:pt x="306126" y="2343135"/>
                  </a:lnTo>
                  <a:lnTo>
                    <a:pt x="279980" y="2308052"/>
                  </a:lnTo>
                  <a:lnTo>
                    <a:pt x="254772" y="2271182"/>
                  </a:lnTo>
                  <a:lnTo>
                    <a:pt x="230535" y="2232583"/>
                  </a:lnTo>
                  <a:lnTo>
                    <a:pt x="207304" y="2192312"/>
                  </a:lnTo>
                  <a:lnTo>
                    <a:pt x="185115" y="2150427"/>
                  </a:lnTo>
                  <a:lnTo>
                    <a:pt x="164001" y="2106985"/>
                  </a:lnTo>
                  <a:lnTo>
                    <a:pt x="143998" y="2062044"/>
                  </a:lnTo>
                  <a:lnTo>
                    <a:pt x="125139" y="2015663"/>
                  </a:lnTo>
                  <a:lnTo>
                    <a:pt x="107461" y="1967898"/>
                  </a:lnTo>
                  <a:lnTo>
                    <a:pt x="90998" y="1918808"/>
                  </a:lnTo>
                  <a:lnTo>
                    <a:pt x="75783" y="1868449"/>
                  </a:lnTo>
                  <a:lnTo>
                    <a:pt x="61853" y="1816881"/>
                  </a:lnTo>
                  <a:lnTo>
                    <a:pt x="49242" y="1764160"/>
                  </a:lnTo>
                  <a:lnTo>
                    <a:pt x="37984" y="1710344"/>
                  </a:lnTo>
                  <a:lnTo>
                    <a:pt x="28115" y="1655491"/>
                  </a:lnTo>
                  <a:lnTo>
                    <a:pt x="19669" y="1599659"/>
                  </a:lnTo>
                  <a:lnTo>
                    <a:pt x="12680" y="1542905"/>
                  </a:lnTo>
                  <a:lnTo>
                    <a:pt x="7185" y="1485287"/>
                  </a:lnTo>
                  <a:lnTo>
                    <a:pt x="3216" y="1426862"/>
                  </a:lnTo>
                  <a:lnTo>
                    <a:pt x="809" y="1367690"/>
                  </a:lnTo>
                  <a:lnTo>
                    <a:pt x="0" y="1307826"/>
                  </a:lnTo>
                  <a:lnTo>
                    <a:pt x="810" y="1247963"/>
                  </a:lnTo>
                  <a:lnTo>
                    <a:pt x="3216" y="1188790"/>
                  </a:lnTo>
                  <a:lnTo>
                    <a:pt x="7185" y="1130366"/>
                  </a:lnTo>
                  <a:lnTo>
                    <a:pt x="12681" y="1072748"/>
                  </a:lnTo>
                  <a:lnTo>
                    <a:pt x="19670" y="1015994"/>
                  </a:lnTo>
                  <a:lnTo>
                    <a:pt x="28116" y="960162"/>
                  </a:lnTo>
                  <a:lnTo>
                    <a:pt x="37985" y="905309"/>
                  </a:lnTo>
                  <a:lnTo>
                    <a:pt x="49243" y="851493"/>
                  </a:lnTo>
                  <a:lnTo>
                    <a:pt x="61855" y="798772"/>
                  </a:lnTo>
                  <a:lnTo>
                    <a:pt x="75785" y="747203"/>
                  </a:lnTo>
                  <a:lnTo>
                    <a:pt x="90999" y="696845"/>
                  </a:lnTo>
                  <a:lnTo>
                    <a:pt x="107463" y="647755"/>
                  </a:lnTo>
                  <a:lnTo>
                    <a:pt x="125141" y="599990"/>
                  </a:lnTo>
                  <a:lnTo>
                    <a:pt x="144000" y="553609"/>
                  </a:lnTo>
                  <a:lnTo>
                    <a:pt x="164003" y="508668"/>
                  </a:lnTo>
                  <a:lnTo>
                    <a:pt x="185117" y="465227"/>
                  </a:lnTo>
                  <a:lnTo>
                    <a:pt x="207307" y="423342"/>
                  </a:lnTo>
                  <a:lnTo>
                    <a:pt x="230538" y="383070"/>
                  </a:lnTo>
                  <a:lnTo>
                    <a:pt x="254775" y="344471"/>
                  </a:lnTo>
                  <a:lnTo>
                    <a:pt x="279983" y="307602"/>
                  </a:lnTo>
                  <a:lnTo>
                    <a:pt x="306128" y="272519"/>
                  </a:lnTo>
                  <a:lnTo>
                    <a:pt x="333176" y="239282"/>
                  </a:lnTo>
                  <a:lnTo>
                    <a:pt x="361091" y="207947"/>
                  </a:lnTo>
                  <a:lnTo>
                    <a:pt x="389838" y="178573"/>
                  </a:lnTo>
                  <a:lnTo>
                    <a:pt x="419384" y="151216"/>
                  </a:lnTo>
                  <a:lnTo>
                    <a:pt x="449692" y="125936"/>
                  </a:lnTo>
                  <a:lnTo>
                    <a:pt x="480730" y="102789"/>
                  </a:lnTo>
                  <a:lnTo>
                    <a:pt x="544851" y="63126"/>
                  </a:lnTo>
                  <a:lnTo>
                    <a:pt x="611470" y="32690"/>
                  </a:lnTo>
                  <a:lnTo>
                    <a:pt x="680309" y="11942"/>
                  </a:lnTo>
                  <a:lnTo>
                    <a:pt x="751091" y="1346"/>
                  </a:lnTo>
                  <a:lnTo>
                    <a:pt x="787122" y="0"/>
                  </a:lnTo>
                  <a:lnTo>
                    <a:pt x="2325170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416843" y="4892452"/>
            <a:ext cx="1896110" cy="1529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30"/>
              </a:spcBef>
            </a:pPr>
            <a:r>
              <a:rPr dirty="0" sz="2850" spc="-50">
                <a:solidFill>
                  <a:srgbClr val="EBF5FE"/>
                </a:solidFill>
                <a:latin typeface="Arial Black"/>
                <a:cs typeface="Arial Black"/>
              </a:rPr>
              <a:t>Ingresos</a:t>
            </a:r>
            <a:endParaRPr sz="2850">
              <a:latin typeface="Arial Black"/>
              <a:cs typeface="Arial Black"/>
            </a:endParaRPr>
          </a:p>
          <a:p>
            <a:pPr marL="12700" marR="5080">
              <a:lnSpc>
                <a:spcPct val="117400"/>
              </a:lnSpc>
              <a:spcBef>
                <a:spcPts val="1410"/>
              </a:spcBef>
            </a:pPr>
            <a:r>
              <a:rPr dirty="0" sz="1650" spc="-25">
                <a:solidFill>
                  <a:srgbClr val="EBF5FE"/>
                </a:solidFill>
                <a:latin typeface="Arial Black"/>
                <a:cs typeface="Arial Black"/>
              </a:rPr>
              <a:t>Suscripciones </a:t>
            </a:r>
            <a:r>
              <a:rPr dirty="0" sz="1650" spc="-45">
                <a:solidFill>
                  <a:srgbClr val="EBF5FE"/>
                </a:solidFill>
                <a:latin typeface="Arial Black"/>
                <a:cs typeface="Arial Black"/>
              </a:rPr>
              <a:t>institucionales. </a:t>
            </a:r>
            <a:r>
              <a:rPr dirty="0" sz="1650" spc="-90">
                <a:solidFill>
                  <a:srgbClr val="EBF5FE"/>
                </a:solidFill>
                <a:latin typeface="Arial Black"/>
                <a:cs typeface="Arial Black"/>
              </a:rPr>
              <a:t>Precio</a:t>
            </a:r>
            <a:r>
              <a:rPr dirty="0" sz="1650" spc="-28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EBF5FE"/>
                </a:solidFill>
                <a:latin typeface="Arial Black"/>
                <a:cs typeface="Arial Black"/>
              </a:rPr>
              <a:t>por</a:t>
            </a:r>
            <a:r>
              <a:rPr dirty="0" sz="1650" spc="-28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650" spc="-90">
                <a:solidFill>
                  <a:srgbClr val="EBF5FE"/>
                </a:solidFill>
                <a:latin typeface="Arial Black"/>
                <a:cs typeface="Arial Black"/>
              </a:rPr>
              <a:t>validar.</a:t>
            </a:r>
            <a:endParaRPr sz="16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558161" y="4598959"/>
            <a:ext cx="3208020" cy="2711450"/>
            <a:chOff x="11558161" y="4598959"/>
            <a:chExt cx="3208020" cy="27114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5785" y="4646584"/>
              <a:ext cx="3112368" cy="26155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605786" y="4646584"/>
              <a:ext cx="3112770" cy="2616200"/>
            </a:xfrm>
            <a:custGeom>
              <a:avLst/>
              <a:gdLst/>
              <a:ahLst/>
              <a:cxnLst/>
              <a:rect l="l" t="t" r="r" b="b"/>
              <a:pathLst>
                <a:path w="3112769" h="2616200">
                  <a:moveTo>
                    <a:pt x="2325170" y="0"/>
                  </a:moveTo>
                  <a:lnTo>
                    <a:pt x="2396821" y="5334"/>
                  </a:lnTo>
                  <a:lnTo>
                    <a:pt x="2466671" y="21055"/>
                  </a:lnTo>
                  <a:lnTo>
                    <a:pt x="2534441" y="46697"/>
                  </a:lnTo>
                  <a:lnTo>
                    <a:pt x="2599854" y="81799"/>
                  </a:lnTo>
                  <a:lnTo>
                    <a:pt x="2662630" y="125900"/>
                  </a:lnTo>
                  <a:lnTo>
                    <a:pt x="2692943" y="151179"/>
                  </a:lnTo>
                  <a:lnTo>
                    <a:pt x="2722492" y="178536"/>
                  </a:lnTo>
                  <a:lnTo>
                    <a:pt x="2751243" y="207910"/>
                  </a:lnTo>
                  <a:lnTo>
                    <a:pt x="2779161" y="239245"/>
                  </a:lnTo>
                  <a:lnTo>
                    <a:pt x="2806212" y="272483"/>
                  </a:lnTo>
                  <a:lnTo>
                    <a:pt x="2832360" y="307567"/>
                  </a:lnTo>
                  <a:lnTo>
                    <a:pt x="2857571" y="344437"/>
                  </a:lnTo>
                  <a:lnTo>
                    <a:pt x="2881811" y="383038"/>
                  </a:lnTo>
                  <a:lnTo>
                    <a:pt x="2905044" y="423310"/>
                  </a:lnTo>
                  <a:lnTo>
                    <a:pt x="2927236" y="465197"/>
                  </a:lnTo>
                  <a:lnTo>
                    <a:pt x="2948352" y="508640"/>
                  </a:lnTo>
                  <a:lnTo>
                    <a:pt x="2968357" y="553582"/>
                  </a:lnTo>
                  <a:lnTo>
                    <a:pt x="2987217" y="599965"/>
                  </a:lnTo>
                  <a:lnTo>
                    <a:pt x="3004897" y="647732"/>
                  </a:lnTo>
                  <a:lnTo>
                    <a:pt x="3021362" y="696824"/>
                  </a:lnTo>
                  <a:lnTo>
                    <a:pt x="3036577" y="747184"/>
                  </a:lnTo>
                  <a:lnTo>
                    <a:pt x="3050509" y="798755"/>
                  </a:lnTo>
                  <a:lnTo>
                    <a:pt x="3063121" y="851478"/>
                  </a:lnTo>
                  <a:lnTo>
                    <a:pt x="3074380" y="905296"/>
                  </a:lnTo>
                  <a:lnTo>
                    <a:pt x="3084250" y="960150"/>
                  </a:lnTo>
                  <a:lnTo>
                    <a:pt x="3092697" y="1015985"/>
                  </a:lnTo>
                  <a:lnTo>
                    <a:pt x="3099686" y="1072741"/>
                  </a:lnTo>
                  <a:lnTo>
                    <a:pt x="3105182" y="1130361"/>
                  </a:lnTo>
                  <a:lnTo>
                    <a:pt x="3109151" y="1188787"/>
                  </a:lnTo>
                  <a:lnTo>
                    <a:pt x="3111558" y="1247962"/>
                  </a:lnTo>
                  <a:lnTo>
                    <a:pt x="3112368" y="1307827"/>
                  </a:lnTo>
                  <a:lnTo>
                    <a:pt x="3111558" y="1367693"/>
                  </a:lnTo>
                  <a:lnTo>
                    <a:pt x="3109151" y="1426868"/>
                  </a:lnTo>
                  <a:lnTo>
                    <a:pt x="3105183" y="1485294"/>
                  </a:lnTo>
                  <a:lnTo>
                    <a:pt x="3099686" y="1542914"/>
                  </a:lnTo>
                  <a:lnTo>
                    <a:pt x="3092697" y="1599670"/>
                  </a:lnTo>
                  <a:lnTo>
                    <a:pt x="3084250" y="1655504"/>
                  </a:lnTo>
                  <a:lnTo>
                    <a:pt x="3074380" y="1710359"/>
                  </a:lnTo>
                  <a:lnTo>
                    <a:pt x="3063122" y="1764177"/>
                  </a:lnTo>
                  <a:lnTo>
                    <a:pt x="3050510" y="1816900"/>
                  </a:lnTo>
                  <a:lnTo>
                    <a:pt x="3036578" y="1868471"/>
                  </a:lnTo>
                  <a:lnTo>
                    <a:pt x="3021363" y="1918831"/>
                  </a:lnTo>
                  <a:lnTo>
                    <a:pt x="3004898" y="1967923"/>
                  </a:lnTo>
                  <a:lnTo>
                    <a:pt x="2987218" y="2015690"/>
                  </a:lnTo>
                  <a:lnTo>
                    <a:pt x="2968358" y="2062073"/>
                  </a:lnTo>
                  <a:lnTo>
                    <a:pt x="2948353" y="2107015"/>
                  </a:lnTo>
                  <a:lnTo>
                    <a:pt x="2927237" y="2150459"/>
                  </a:lnTo>
                  <a:lnTo>
                    <a:pt x="2905045" y="2192346"/>
                  </a:lnTo>
                  <a:lnTo>
                    <a:pt x="2881812" y="2232618"/>
                  </a:lnTo>
                  <a:lnTo>
                    <a:pt x="2857572" y="2271219"/>
                  </a:lnTo>
                  <a:lnTo>
                    <a:pt x="2832361" y="2308090"/>
                  </a:lnTo>
                  <a:lnTo>
                    <a:pt x="2806212" y="2343173"/>
                  </a:lnTo>
                  <a:lnTo>
                    <a:pt x="2779162" y="2376412"/>
                  </a:lnTo>
                  <a:lnTo>
                    <a:pt x="2751243" y="2407747"/>
                  </a:lnTo>
                  <a:lnTo>
                    <a:pt x="2722492" y="2437122"/>
                  </a:lnTo>
                  <a:lnTo>
                    <a:pt x="2692943" y="2464478"/>
                  </a:lnTo>
                  <a:lnTo>
                    <a:pt x="2662630" y="2489758"/>
                  </a:lnTo>
                  <a:lnTo>
                    <a:pt x="2631588" y="2512904"/>
                  </a:lnTo>
                  <a:lnTo>
                    <a:pt x="2567458" y="2552563"/>
                  </a:lnTo>
                  <a:lnTo>
                    <a:pt x="2500831" y="2582992"/>
                  </a:lnTo>
                  <a:lnTo>
                    <a:pt x="2431986" y="2603731"/>
                  </a:lnTo>
                  <a:lnTo>
                    <a:pt x="2361201" y="2614316"/>
                  </a:lnTo>
                  <a:lnTo>
                    <a:pt x="2325170" y="2615660"/>
                  </a:lnTo>
                  <a:lnTo>
                    <a:pt x="787120" y="2615659"/>
                  </a:lnTo>
                  <a:lnTo>
                    <a:pt x="715472" y="2610311"/>
                  </a:lnTo>
                  <a:lnTo>
                    <a:pt x="645626" y="2594581"/>
                  </a:lnTo>
                  <a:lnTo>
                    <a:pt x="577862" y="2568931"/>
                  </a:lnTo>
                  <a:lnTo>
                    <a:pt x="512457" y="2533823"/>
                  </a:lnTo>
                  <a:lnTo>
                    <a:pt x="449689" y="2489719"/>
                  </a:lnTo>
                  <a:lnTo>
                    <a:pt x="419380" y="2464439"/>
                  </a:lnTo>
                  <a:lnTo>
                    <a:pt x="389835" y="2437082"/>
                  </a:lnTo>
                  <a:lnTo>
                    <a:pt x="361088" y="2407707"/>
                  </a:lnTo>
                  <a:lnTo>
                    <a:pt x="333173" y="2376372"/>
                  </a:lnTo>
                  <a:lnTo>
                    <a:pt x="306126" y="2343135"/>
                  </a:lnTo>
                  <a:lnTo>
                    <a:pt x="279980" y="2308052"/>
                  </a:lnTo>
                  <a:lnTo>
                    <a:pt x="254772" y="2271182"/>
                  </a:lnTo>
                  <a:lnTo>
                    <a:pt x="230535" y="2232583"/>
                  </a:lnTo>
                  <a:lnTo>
                    <a:pt x="207304" y="2192312"/>
                  </a:lnTo>
                  <a:lnTo>
                    <a:pt x="185115" y="2150427"/>
                  </a:lnTo>
                  <a:lnTo>
                    <a:pt x="164001" y="2106985"/>
                  </a:lnTo>
                  <a:lnTo>
                    <a:pt x="143998" y="2062044"/>
                  </a:lnTo>
                  <a:lnTo>
                    <a:pt x="125139" y="2015663"/>
                  </a:lnTo>
                  <a:lnTo>
                    <a:pt x="107461" y="1967898"/>
                  </a:lnTo>
                  <a:lnTo>
                    <a:pt x="90998" y="1918808"/>
                  </a:lnTo>
                  <a:lnTo>
                    <a:pt x="75783" y="1868449"/>
                  </a:lnTo>
                  <a:lnTo>
                    <a:pt x="61853" y="1816881"/>
                  </a:lnTo>
                  <a:lnTo>
                    <a:pt x="49242" y="1764160"/>
                  </a:lnTo>
                  <a:lnTo>
                    <a:pt x="37984" y="1710344"/>
                  </a:lnTo>
                  <a:lnTo>
                    <a:pt x="28115" y="1655491"/>
                  </a:lnTo>
                  <a:lnTo>
                    <a:pt x="19669" y="1599659"/>
                  </a:lnTo>
                  <a:lnTo>
                    <a:pt x="12680" y="1542905"/>
                  </a:lnTo>
                  <a:lnTo>
                    <a:pt x="7185" y="1485287"/>
                  </a:lnTo>
                  <a:lnTo>
                    <a:pt x="3216" y="1426862"/>
                  </a:lnTo>
                  <a:lnTo>
                    <a:pt x="809" y="1367690"/>
                  </a:lnTo>
                  <a:lnTo>
                    <a:pt x="0" y="1307826"/>
                  </a:lnTo>
                  <a:lnTo>
                    <a:pt x="810" y="1247963"/>
                  </a:lnTo>
                  <a:lnTo>
                    <a:pt x="3216" y="1188790"/>
                  </a:lnTo>
                  <a:lnTo>
                    <a:pt x="7185" y="1130366"/>
                  </a:lnTo>
                  <a:lnTo>
                    <a:pt x="12681" y="1072748"/>
                  </a:lnTo>
                  <a:lnTo>
                    <a:pt x="19670" y="1015994"/>
                  </a:lnTo>
                  <a:lnTo>
                    <a:pt x="28116" y="960162"/>
                  </a:lnTo>
                  <a:lnTo>
                    <a:pt x="37985" y="905309"/>
                  </a:lnTo>
                  <a:lnTo>
                    <a:pt x="49243" y="851493"/>
                  </a:lnTo>
                  <a:lnTo>
                    <a:pt x="61855" y="798772"/>
                  </a:lnTo>
                  <a:lnTo>
                    <a:pt x="75785" y="747204"/>
                  </a:lnTo>
                  <a:lnTo>
                    <a:pt x="90999" y="696845"/>
                  </a:lnTo>
                  <a:lnTo>
                    <a:pt x="107463" y="647755"/>
                  </a:lnTo>
                  <a:lnTo>
                    <a:pt x="125141" y="599990"/>
                  </a:lnTo>
                  <a:lnTo>
                    <a:pt x="144000" y="553609"/>
                  </a:lnTo>
                  <a:lnTo>
                    <a:pt x="164003" y="508668"/>
                  </a:lnTo>
                  <a:lnTo>
                    <a:pt x="185117" y="465227"/>
                  </a:lnTo>
                  <a:lnTo>
                    <a:pt x="207307" y="423342"/>
                  </a:lnTo>
                  <a:lnTo>
                    <a:pt x="230538" y="383071"/>
                  </a:lnTo>
                  <a:lnTo>
                    <a:pt x="254775" y="344471"/>
                  </a:lnTo>
                  <a:lnTo>
                    <a:pt x="279983" y="307602"/>
                  </a:lnTo>
                  <a:lnTo>
                    <a:pt x="306128" y="272519"/>
                  </a:lnTo>
                  <a:lnTo>
                    <a:pt x="333176" y="239282"/>
                  </a:lnTo>
                  <a:lnTo>
                    <a:pt x="361091" y="207947"/>
                  </a:lnTo>
                  <a:lnTo>
                    <a:pt x="389838" y="178573"/>
                  </a:lnTo>
                  <a:lnTo>
                    <a:pt x="419384" y="151216"/>
                  </a:lnTo>
                  <a:lnTo>
                    <a:pt x="449692" y="125936"/>
                  </a:lnTo>
                  <a:lnTo>
                    <a:pt x="480730" y="102789"/>
                  </a:lnTo>
                  <a:lnTo>
                    <a:pt x="544851" y="63126"/>
                  </a:lnTo>
                  <a:lnTo>
                    <a:pt x="611470" y="32690"/>
                  </a:lnTo>
                  <a:lnTo>
                    <a:pt x="680309" y="11942"/>
                  </a:lnTo>
                  <a:lnTo>
                    <a:pt x="751091" y="1346"/>
                  </a:lnTo>
                  <a:lnTo>
                    <a:pt x="787122" y="0"/>
                  </a:lnTo>
                  <a:lnTo>
                    <a:pt x="2325170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1950340" y="4892452"/>
            <a:ext cx="2577465" cy="13417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 sz="2850" spc="-75">
                <a:solidFill>
                  <a:srgbClr val="EBF5FE"/>
                </a:solidFill>
                <a:latin typeface="Arial Black"/>
                <a:cs typeface="Arial Black"/>
              </a:rPr>
              <a:t>Validación</a:t>
            </a:r>
            <a:endParaRPr sz="2850">
              <a:latin typeface="Arial Black"/>
              <a:cs typeface="Arial Black"/>
            </a:endParaRPr>
          </a:p>
          <a:p>
            <a:pPr marL="12700" marR="5080">
              <a:lnSpc>
                <a:spcPct val="117400"/>
              </a:lnSpc>
              <a:spcBef>
                <a:spcPts val="2260"/>
              </a:spcBef>
            </a:pPr>
            <a:r>
              <a:rPr dirty="0" sz="1650" spc="-110">
                <a:solidFill>
                  <a:srgbClr val="EBF5FE"/>
                </a:solidFill>
                <a:latin typeface="Arial Black"/>
                <a:cs typeface="Arial Black"/>
              </a:rPr>
              <a:t>Experiencia</a:t>
            </a:r>
            <a:r>
              <a:rPr dirty="0" sz="1650" spc="-23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650" spc="-80">
                <a:solidFill>
                  <a:srgbClr val="EBF5FE"/>
                </a:solidFill>
                <a:latin typeface="Arial Black"/>
                <a:cs typeface="Arial Black"/>
              </a:rPr>
              <a:t>familiar</a:t>
            </a:r>
            <a:r>
              <a:rPr dirty="0" sz="1650" spc="-235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650" spc="-80">
                <a:solidFill>
                  <a:srgbClr val="EBF5FE"/>
                </a:solidFill>
                <a:latin typeface="Arial Black"/>
                <a:cs typeface="Arial Black"/>
              </a:rPr>
              <a:t>real. </a:t>
            </a:r>
            <a:r>
              <a:rPr dirty="0" sz="1650" spc="-120">
                <a:solidFill>
                  <a:srgbClr val="EBF5FE"/>
                </a:solidFill>
                <a:latin typeface="Arial Black"/>
                <a:cs typeface="Arial Black"/>
              </a:rPr>
              <a:t>Encuestas</a:t>
            </a:r>
            <a:r>
              <a:rPr dirty="0" sz="1650" spc="-260">
                <a:solidFill>
                  <a:srgbClr val="EBF5FE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EBF5FE"/>
                </a:solidFill>
                <a:latin typeface="Arial Black"/>
                <a:cs typeface="Arial Black"/>
              </a:rPr>
              <a:t>pendientes.</a:t>
            </a:r>
            <a:endParaRPr sz="1650">
              <a:latin typeface="Arial Black"/>
              <a:cs typeface="Arial Black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727020" y="8790480"/>
            <a:ext cx="4600575" cy="466090"/>
            <a:chOff x="1727020" y="8790480"/>
            <a:chExt cx="4600575" cy="466090"/>
          </a:xfrm>
        </p:grpSpPr>
        <p:sp>
          <p:nvSpPr>
            <p:cNvPr id="3" name="object 3"/>
            <p:cNvSpPr/>
            <p:nvPr/>
          </p:nvSpPr>
          <p:spPr>
            <a:xfrm>
              <a:off x="1731558" y="8795002"/>
              <a:ext cx="4591685" cy="457200"/>
            </a:xfrm>
            <a:custGeom>
              <a:avLst/>
              <a:gdLst/>
              <a:ahLst/>
              <a:cxnLst/>
              <a:rect l="l" t="t" r="r" b="b"/>
              <a:pathLst>
                <a:path w="4591685" h="457200">
                  <a:moveTo>
                    <a:pt x="4498924" y="456743"/>
                  </a:moveTo>
                  <a:lnTo>
                    <a:pt x="92574" y="456743"/>
                  </a:lnTo>
                  <a:lnTo>
                    <a:pt x="56667" y="449578"/>
                  </a:lnTo>
                  <a:lnTo>
                    <a:pt x="27227" y="429949"/>
                  </a:lnTo>
                  <a:lnTo>
                    <a:pt x="7317" y="400653"/>
                  </a:lnTo>
                  <a:lnTo>
                    <a:pt x="0" y="364490"/>
                  </a:lnTo>
                  <a:lnTo>
                    <a:pt x="0" y="92253"/>
                  </a:lnTo>
                  <a:lnTo>
                    <a:pt x="7317" y="56471"/>
                  </a:lnTo>
                  <a:lnTo>
                    <a:pt x="27227" y="27133"/>
                  </a:lnTo>
                  <a:lnTo>
                    <a:pt x="56667" y="7292"/>
                  </a:lnTo>
                  <a:lnTo>
                    <a:pt x="92574" y="0"/>
                  </a:lnTo>
                  <a:lnTo>
                    <a:pt x="4498924" y="0"/>
                  </a:lnTo>
                  <a:lnTo>
                    <a:pt x="4534831" y="7292"/>
                  </a:lnTo>
                  <a:lnTo>
                    <a:pt x="4564271" y="27133"/>
                  </a:lnTo>
                  <a:lnTo>
                    <a:pt x="4584181" y="56471"/>
                  </a:lnTo>
                  <a:lnTo>
                    <a:pt x="4591498" y="92253"/>
                  </a:lnTo>
                  <a:lnTo>
                    <a:pt x="4591498" y="364490"/>
                  </a:lnTo>
                  <a:lnTo>
                    <a:pt x="4584308" y="400653"/>
                  </a:lnTo>
                  <a:lnTo>
                    <a:pt x="4564611" y="429949"/>
                  </a:lnTo>
                  <a:lnTo>
                    <a:pt x="4535213" y="449578"/>
                  </a:lnTo>
                  <a:lnTo>
                    <a:pt x="4498924" y="456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27020" y="8790480"/>
              <a:ext cx="4600575" cy="466090"/>
            </a:xfrm>
            <a:custGeom>
              <a:avLst/>
              <a:gdLst/>
              <a:ahLst/>
              <a:cxnLst/>
              <a:rect l="l" t="t" r="r" b="b"/>
              <a:pathLst>
                <a:path w="4600575" h="466090">
                  <a:moveTo>
                    <a:pt x="4503462" y="465787"/>
                  </a:moveTo>
                  <a:lnTo>
                    <a:pt x="97112" y="465787"/>
                  </a:lnTo>
                  <a:lnTo>
                    <a:pt x="59347" y="458170"/>
                  </a:lnTo>
                  <a:lnTo>
                    <a:pt x="28475" y="437410"/>
                  </a:lnTo>
                  <a:lnTo>
                    <a:pt x="7643" y="406645"/>
                  </a:lnTo>
                  <a:lnTo>
                    <a:pt x="0" y="369012"/>
                  </a:lnTo>
                  <a:lnTo>
                    <a:pt x="0" y="96775"/>
                  </a:lnTo>
                  <a:lnTo>
                    <a:pt x="7643" y="59142"/>
                  </a:lnTo>
                  <a:lnTo>
                    <a:pt x="28475" y="28376"/>
                  </a:lnTo>
                  <a:lnTo>
                    <a:pt x="59347" y="7617"/>
                  </a:lnTo>
                  <a:lnTo>
                    <a:pt x="97112" y="0"/>
                  </a:lnTo>
                  <a:lnTo>
                    <a:pt x="4503462" y="0"/>
                  </a:lnTo>
                  <a:lnTo>
                    <a:pt x="4541226" y="7617"/>
                  </a:lnTo>
                  <a:lnTo>
                    <a:pt x="4543349" y="9044"/>
                  </a:lnTo>
                  <a:lnTo>
                    <a:pt x="97112" y="9044"/>
                  </a:lnTo>
                  <a:lnTo>
                    <a:pt x="79286" y="10839"/>
                  </a:lnTo>
                  <a:lnTo>
                    <a:pt x="34488" y="34368"/>
                  </a:lnTo>
                  <a:lnTo>
                    <a:pt x="10876" y="79011"/>
                  </a:lnTo>
                  <a:lnTo>
                    <a:pt x="9075" y="96775"/>
                  </a:lnTo>
                  <a:lnTo>
                    <a:pt x="9075" y="369012"/>
                  </a:lnTo>
                  <a:lnTo>
                    <a:pt x="10864" y="386776"/>
                  </a:lnTo>
                  <a:lnTo>
                    <a:pt x="10876" y="386903"/>
                  </a:lnTo>
                  <a:lnTo>
                    <a:pt x="15892" y="403268"/>
                  </a:lnTo>
                  <a:lnTo>
                    <a:pt x="15996" y="403607"/>
                  </a:lnTo>
                  <a:lnTo>
                    <a:pt x="47719" y="441862"/>
                  </a:lnTo>
                  <a:lnTo>
                    <a:pt x="97112" y="456743"/>
                  </a:lnTo>
                  <a:lnTo>
                    <a:pt x="4503462" y="456743"/>
                  </a:lnTo>
                  <a:lnTo>
                    <a:pt x="4503462" y="465787"/>
                  </a:lnTo>
                  <a:close/>
                </a:path>
                <a:path w="4600575" h="466090">
                  <a:moveTo>
                    <a:pt x="4503462" y="465787"/>
                  </a:moveTo>
                  <a:lnTo>
                    <a:pt x="4503462" y="456743"/>
                  </a:lnTo>
                  <a:lnTo>
                    <a:pt x="4521288" y="455075"/>
                  </a:lnTo>
                  <a:lnTo>
                    <a:pt x="4537837" y="450185"/>
                  </a:lnTo>
                  <a:lnTo>
                    <a:pt x="4576566" y="418233"/>
                  </a:lnTo>
                  <a:lnTo>
                    <a:pt x="4591498" y="369012"/>
                  </a:lnTo>
                  <a:lnTo>
                    <a:pt x="4591498" y="96775"/>
                  </a:lnTo>
                  <a:lnTo>
                    <a:pt x="4576948" y="47553"/>
                  </a:lnTo>
                  <a:lnTo>
                    <a:pt x="4537837" y="15940"/>
                  </a:lnTo>
                  <a:lnTo>
                    <a:pt x="4503462" y="9044"/>
                  </a:lnTo>
                  <a:lnTo>
                    <a:pt x="4543349" y="9044"/>
                  </a:lnTo>
                  <a:lnTo>
                    <a:pt x="4572099" y="28376"/>
                  </a:lnTo>
                  <a:lnTo>
                    <a:pt x="4592931" y="59142"/>
                  </a:lnTo>
                  <a:lnTo>
                    <a:pt x="4600574" y="96775"/>
                  </a:lnTo>
                  <a:lnTo>
                    <a:pt x="4600574" y="369012"/>
                  </a:lnTo>
                  <a:lnTo>
                    <a:pt x="4592931" y="406645"/>
                  </a:lnTo>
                  <a:lnTo>
                    <a:pt x="4572099" y="437410"/>
                  </a:lnTo>
                  <a:lnTo>
                    <a:pt x="4541226" y="458170"/>
                  </a:lnTo>
                  <a:lnTo>
                    <a:pt x="4503462" y="46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8024" y="8956897"/>
              <a:ext cx="133415" cy="1320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8587" y="8906249"/>
              <a:ext cx="233023" cy="2331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21509" y="8861088"/>
            <a:ext cx="3209290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-85">
                <a:solidFill>
                  <a:srgbClr val="3C66BE"/>
                </a:solidFill>
                <a:latin typeface="Arial Black"/>
                <a:cs typeface="Arial Black"/>
              </a:rPr>
              <a:t>Aquila_Guard_Prototipo.html</a:t>
            </a:r>
            <a:endParaRPr sz="1750">
              <a:latin typeface="Arial Black"/>
              <a:cs typeface="Arial Black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2249" y="9654613"/>
            <a:ext cx="615749" cy="6191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957683" y="0"/>
            <a:ext cx="10372725" cy="10287000"/>
            <a:chOff x="3957683" y="0"/>
            <a:chExt cx="10372725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7683" y="0"/>
              <a:ext cx="10372565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3399" y="1439126"/>
              <a:ext cx="7561074" cy="7556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55126" y="8280756"/>
              <a:ext cx="6102985" cy="606425"/>
            </a:xfrm>
            <a:custGeom>
              <a:avLst/>
              <a:gdLst/>
              <a:ahLst/>
              <a:cxnLst/>
              <a:rect l="l" t="t" r="r" b="b"/>
              <a:pathLst>
                <a:path w="6102984" h="606425">
                  <a:moveTo>
                    <a:pt x="5979936" y="605857"/>
                  </a:moveTo>
                  <a:lnTo>
                    <a:pt x="123048" y="605857"/>
                  </a:lnTo>
                  <a:lnTo>
                    <a:pt x="75322" y="596353"/>
                  </a:lnTo>
                  <a:lnTo>
                    <a:pt x="36190" y="570316"/>
                  </a:lnTo>
                  <a:lnTo>
                    <a:pt x="9726" y="531456"/>
                  </a:lnTo>
                  <a:lnTo>
                    <a:pt x="0" y="483486"/>
                  </a:lnTo>
                  <a:lnTo>
                    <a:pt x="0" y="122371"/>
                  </a:lnTo>
                  <a:lnTo>
                    <a:pt x="9726" y="74907"/>
                  </a:lnTo>
                  <a:lnTo>
                    <a:pt x="36190" y="35991"/>
                  </a:lnTo>
                  <a:lnTo>
                    <a:pt x="75322" y="9672"/>
                  </a:lnTo>
                  <a:lnTo>
                    <a:pt x="123048" y="0"/>
                  </a:lnTo>
                  <a:lnTo>
                    <a:pt x="5979936" y="0"/>
                  </a:lnTo>
                  <a:lnTo>
                    <a:pt x="6027663" y="9672"/>
                  </a:lnTo>
                  <a:lnTo>
                    <a:pt x="6066795" y="35991"/>
                  </a:lnTo>
                  <a:lnTo>
                    <a:pt x="6093259" y="74907"/>
                  </a:lnTo>
                  <a:lnTo>
                    <a:pt x="6102985" y="122371"/>
                  </a:lnTo>
                  <a:lnTo>
                    <a:pt x="6102985" y="483486"/>
                  </a:lnTo>
                  <a:lnTo>
                    <a:pt x="6093429" y="531456"/>
                  </a:lnTo>
                  <a:lnTo>
                    <a:pt x="6067247" y="570316"/>
                  </a:lnTo>
                  <a:lnTo>
                    <a:pt x="6028172" y="596353"/>
                  </a:lnTo>
                  <a:lnTo>
                    <a:pt x="5979936" y="6058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49094" y="8274757"/>
              <a:ext cx="6115050" cy="617855"/>
            </a:xfrm>
            <a:custGeom>
              <a:avLst/>
              <a:gdLst/>
              <a:ahLst/>
              <a:cxnLst/>
              <a:rect l="l" t="t" r="r" b="b"/>
              <a:pathLst>
                <a:path w="6115050" h="617854">
                  <a:moveTo>
                    <a:pt x="5985968" y="617855"/>
                  </a:moveTo>
                  <a:lnTo>
                    <a:pt x="129080" y="617855"/>
                  </a:lnTo>
                  <a:lnTo>
                    <a:pt x="78884" y="607751"/>
                  </a:lnTo>
                  <a:lnTo>
                    <a:pt x="37849" y="580213"/>
                  </a:lnTo>
                  <a:lnTo>
                    <a:pt x="10159" y="539404"/>
                  </a:lnTo>
                  <a:lnTo>
                    <a:pt x="0" y="489485"/>
                  </a:lnTo>
                  <a:lnTo>
                    <a:pt x="0" y="128369"/>
                  </a:lnTo>
                  <a:lnTo>
                    <a:pt x="10159" y="78450"/>
                  </a:lnTo>
                  <a:lnTo>
                    <a:pt x="37849" y="37641"/>
                  </a:lnTo>
                  <a:lnTo>
                    <a:pt x="78884" y="10103"/>
                  </a:lnTo>
                  <a:lnTo>
                    <a:pt x="129080" y="0"/>
                  </a:lnTo>
                  <a:lnTo>
                    <a:pt x="5985968" y="0"/>
                  </a:lnTo>
                  <a:lnTo>
                    <a:pt x="6036164" y="10103"/>
                  </a:lnTo>
                  <a:lnTo>
                    <a:pt x="6038985" y="11997"/>
                  </a:lnTo>
                  <a:lnTo>
                    <a:pt x="129080" y="11997"/>
                  </a:lnTo>
                  <a:lnTo>
                    <a:pt x="105387" y="14377"/>
                  </a:lnTo>
                  <a:lnTo>
                    <a:pt x="63428" y="31736"/>
                  </a:lnTo>
                  <a:lnTo>
                    <a:pt x="31912" y="63078"/>
                  </a:lnTo>
                  <a:lnTo>
                    <a:pt x="14457" y="104806"/>
                  </a:lnTo>
                  <a:lnTo>
                    <a:pt x="12063" y="128369"/>
                  </a:lnTo>
                  <a:lnTo>
                    <a:pt x="12063" y="489485"/>
                  </a:lnTo>
                  <a:lnTo>
                    <a:pt x="14440" y="513048"/>
                  </a:lnTo>
                  <a:lnTo>
                    <a:pt x="14457" y="513217"/>
                  </a:lnTo>
                  <a:lnTo>
                    <a:pt x="31912" y="555282"/>
                  </a:lnTo>
                  <a:lnTo>
                    <a:pt x="63428" y="586118"/>
                  </a:lnTo>
                  <a:lnTo>
                    <a:pt x="105387" y="603477"/>
                  </a:lnTo>
                  <a:lnTo>
                    <a:pt x="129080" y="605857"/>
                  </a:lnTo>
                  <a:lnTo>
                    <a:pt x="5985968" y="605857"/>
                  </a:lnTo>
                  <a:lnTo>
                    <a:pt x="5985968" y="617855"/>
                  </a:lnTo>
                  <a:close/>
                </a:path>
                <a:path w="6115050" h="617854">
                  <a:moveTo>
                    <a:pt x="5985968" y="617855"/>
                  </a:moveTo>
                  <a:lnTo>
                    <a:pt x="5985968" y="605857"/>
                  </a:lnTo>
                  <a:lnTo>
                    <a:pt x="6009662" y="603645"/>
                  </a:lnTo>
                  <a:lnTo>
                    <a:pt x="6031659" y="597160"/>
                  </a:lnTo>
                  <a:lnTo>
                    <a:pt x="6069207" y="572265"/>
                  </a:lnTo>
                  <a:lnTo>
                    <a:pt x="6093786" y="534924"/>
                  </a:lnTo>
                  <a:lnTo>
                    <a:pt x="6102985" y="489485"/>
                  </a:lnTo>
                  <a:lnTo>
                    <a:pt x="6102985" y="128369"/>
                  </a:lnTo>
                  <a:lnTo>
                    <a:pt x="6094239" y="82930"/>
                  </a:lnTo>
                  <a:lnTo>
                    <a:pt x="6069207" y="45589"/>
                  </a:lnTo>
                  <a:lnTo>
                    <a:pt x="6031659" y="21145"/>
                  </a:lnTo>
                  <a:lnTo>
                    <a:pt x="5985968" y="11997"/>
                  </a:lnTo>
                  <a:lnTo>
                    <a:pt x="6038985" y="11997"/>
                  </a:lnTo>
                  <a:lnTo>
                    <a:pt x="6077199" y="37641"/>
                  </a:lnTo>
                  <a:lnTo>
                    <a:pt x="6104889" y="78450"/>
                  </a:lnTo>
                  <a:lnTo>
                    <a:pt x="6115049" y="128369"/>
                  </a:lnTo>
                  <a:lnTo>
                    <a:pt x="6115049" y="489485"/>
                  </a:lnTo>
                  <a:lnTo>
                    <a:pt x="6104889" y="539404"/>
                  </a:lnTo>
                  <a:lnTo>
                    <a:pt x="6077199" y="580213"/>
                  </a:lnTo>
                  <a:lnTo>
                    <a:pt x="6036164" y="607751"/>
                  </a:lnTo>
                  <a:lnTo>
                    <a:pt x="5985968" y="617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19124" y="8495506"/>
              <a:ext cx="177335" cy="1751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50557" y="8428321"/>
              <a:ext cx="309880" cy="309245"/>
            </a:xfrm>
            <a:custGeom>
              <a:avLst/>
              <a:gdLst/>
              <a:ahLst/>
              <a:cxnLst/>
              <a:rect l="l" t="t" r="r" b="b"/>
              <a:pathLst>
                <a:path w="309879" h="309245">
                  <a:moveTo>
                    <a:pt x="115810" y="230346"/>
                  </a:moveTo>
                  <a:lnTo>
                    <a:pt x="70461" y="221235"/>
                  </a:lnTo>
                  <a:lnTo>
                    <a:pt x="70657" y="221235"/>
                  </a:lnTo>
                  <a:lnTo>
                    <a:pt x="33928" y="196603"/>
                  </a:lnTo>
                  <a:lnTo>
                    <a:pt x="9104" y="159993"/>
                  </a:lnTo>
                  <a:lnTo>
                    <a:pt x="0" y="115173"/>
                  </a:lnTo>
                  <a:lnTo>
                    <a:pt x="9104" y="70352"/>
                  </a:lnTo>
                  <a:lnTo>
                    <a:pt x="33928" y="33742"/>
                  </a:lnTo>
                  <a:lnTo>
                    <a:pt x="70741" y="9054"/>
                  </a:lnTo>
                  <a:lnTo>
                    <a:pt x="115810" y="0"/>
                  </a:lnTo>
                  <a:lnTo>
                    <a:pt x="160879" y="9054"/>
                  </a:lnTo>
                  <a:lnTo>
                    <a:pt x="197692" y="33742"/>
                  </a:lnTo>
                  <a:lnTo>
                    <a:pt x="206539" y="46789"/>
                  </a:lnTo>
                  <a:lnTo>
                    <a:pt x="114604" y="46789"/>
                  </a:lnTo>
                  <a:lnTo>
                    <a:pt x="88083" y="52262"/>
                  </a:lnTo>
                  <a:lnTo>
                    <a:pt x="66199" y="67184"/>
                  </a:lnTo>
                  <a:lnTo>
                    <a:pt x="51326" y="89304"/>
                  </a:lnTo>
                  <a:lnTo>
                    <a:pt x="45841" y="116372"/>
                  </a:lnTo>
                  <a:lnTo>
                    <a:pt x="51326" y="142747"/>
                  </a:lnTo>
                  <a:lnTo>
                    <a:pt x="66199" y="164511"/>
                  </a:lnTo>
                  <a:lnTo>
                    <a:pt x="88083" y="179301"/>
                  </a:lnTo>
                  <a:lnTo>
                    <a:pt x="114604" y="184756"/>
                  </a:lnTo>
                  <a:lnTo>
                    <a:pt x="224383" y="184756"/>
                  </a:lnTo>
                  <a:lnTo>
                    <a:pt x="254542" y="214749"/>
                  </a:lnTo>
                  <a:lnTo>
                    <a:pt x="173716" y="214749"/>
                  </a:lnTo>
                  <a:lnTo>
                    <a:pt x="160596" y="221235"/>
                  </a:lnTo>
                  <a:lnTo>
                    <a:pt x="146572" y="226146"/>
                  </a:lnTo>
                  <a:lnTo>
                    <a:pt x="131644" y="229258"/>
                  </a:lnTo>
                  <a:lnTo>
                    <a:pt x="115810" y="230346"/>
                  </a:lnTo>
                  <a:close/>
                </a:path>
                <a:path w="309879" h="309245">
                  <a:moveTo>
                    <a:pt x="224383" y="184756"/>
                  </a:moveTo>
                  <a:lnTo>
                    <a:pt x="114604" y="184756"/>
                  </a:lnTo>
                  <a:lnTo>
                    <a:pt x="141822" y="179470"/>
                  </a:lnTo>
                  <a:lnTo>
                    <a:pt x="164065" y="164961"/>
                  </a:lnTo>
                  <a:lnTo>
                    <a:pt x="179069" y="143253"/>
                  </a:lnTo>
                  <a:lnTo>
                    <a:pt x="184573" y="116372"/>
                  </a:lnTo>
                  <a:lnTo>
                    <a:pt x="179069" y="89304"/>
                  </a:lnTo>
                  <a:lnTo>
                    <a:pt x="164065" y="67184"/>
                  </a:lnTo>
                  <a:lnTo>
                    <a:pt x="141822" y="52262"/>
                  </a:lnTo>
                  <a:lnTo>
                    <a:pt x="114604" y="46789"/>
                  </a:lnTo>
                  <a:lnTo>
                    <a:pt x="206539" y="46789"/>
                  </a:lnTo>
                  <a:lnTo>
                    <a:pt x="222517" y="70352"/>
                  </a:lnTo>
                  <a:lnTo>
                    <a:pt x="231621" y="115173"/>
                  </a:lnTo>
                  <a:lnTo>
                    <a:pt x="230509" y="131800"/>
                  </a:lnTo>
                  <a:lnTo>
                    <a:pt x="227248" y="147415"/>
                  </a:lnTo>
                  <a:lnTo>
                    <a:pt x="221951" y="161905"/>
                  </a:lnTo>
                  <a:lnTo>
                    <a:pt x="214732" y="175158"/>
                  </a:lnTo>
                  <a:lnTo>
                    <a:pt x="224383" y="184756"/>
                  </a:lnTo>
                  <a:close/>
                </a:path>
                <a:path w="309879" h="309245">
                  <a:moveTo>
                    <a:pt x="280630" y="309227"/>
                  </a:moveTo>
                  <a:lnTo>
                    <a:pt x="269866" y="307203"/>
                  </a:lnTo>
                  <a:lnTo>
                    <a:pt x="260574" y="301129"/>
                  </a:lnTo>
                  <a:lnTo>
                    <a:pt x="173716" y="214749"/>
                  </a:lnTo>
                  <a:lnTo>
                    <a:pt x="254542" y="214749"/>
                  </a:lnTo>
                  <a:lnTo>
                    <a:pt x="301590" y="261538"/>
                  </a:lnTo>
                  <a:lnTo>
                    <a:pt x="307697" y="271436"/>
                  </a:lnTo>
                  <a:lnTo>
                    <a:pt x="309733" y="282233"/>
                  </a:lnTo>
                  <a:lnTo>
                    <a:pt x="307697" y="292581"/>
                  </a:lnTo>
                  <a:lnTo>
                    <a:pt x="301590" y="301129"/>
                  </a:lnTo>
                  <a:lnTo>
                    <a:pt x="291619" y="307203"/>
                  </a:lnTo>
                  <a:lnTo>
                    <a:pt x="280630" y="309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4581" y="3252037"/>
              <a:ext cx="581024" cy="581024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2187" rIns="0" bIns="0" rtlCol="0" vert="horz">
            <a:spAutoFit/>
          </a:bodyPr>
          <a:lstStyle/>
          <a:p>
            <a:pPr marL="6505575">
              <a:lnSpc>
                <a:spcPct val="100000"/>
              </a:lnSpc>
              <a:spcBef>
                <a:spcPts val="120"/>
              </a:spcBef>
            </a:pPr>
            <a:r>
              <a:rPr dirty="0" spc="-50"/>
              <a:t>Aquila</a:t>
            </a:r>
            <a:r>
              <a:rPr dirty="0" spc="-370"/>
              <a:t> </a:t>
            </a:r>
            <a:r>
              <a:rPr dirty="0" spc="50"/>
              <a:t>Guard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95433" y="4284550"/>
            <a:ext cx="5697220" cy="1600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300" spc="160">
                <a:solidFill>
                  <a:srgbClr val="EBF5FE"/>
                </a:solidFill>
                <a:latin typeface="Lucida Sans Unicode"/>
                <a:cs typeface="Lucida Sans Unicode"/>
              </a:rPr>
              <a:t>MUCHAS</a:t>
            </a:r>
            <a:endParaRPr sz="103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7273" y="5559421"/>
            <a:ext cx="6253480" cy="3183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300" spc="-875">
                <a:solidFill>
                  <a:srgbClr val="EBF5FE"/>
                </a:solidFill>
                <a:latin typeface="Arial Black"/>
                <a:cs typeface="Arial Black"/>
              </a:rPr>
              <a:t>G</a:t>
            </a:r>
            <a:r>
              <a:rPr dirty="0" sz="10300" spc="-919">
                <a:solidFill>
                  <a:srgbClr val="EBF5FE"/>
                </a:solidFill>
                <a:latin typeface="Arial Black"/>
                <a:cs typeface="Arial Black"/>
              </a:rPr>
              <a:t>R</a:t>
            </a:r>
            <a:r>
              <a:rPr dirty="0" sz="10300" spc="-900">
                <a:solidFill>
                  <a:srgbClr val="EBF5FE"/>
                </a:solidFill>
                <a:latin typeface="Arial Black"/>
                <a:cs typeface="Arial Black"/>
              </a:rPr>
              <a:t>A</a:t>
            </a:r>
            <a:r>
              <a:rPr dirty="0" sz="10300" spc="-850">
                <a:solidFill>
                  <a:srgbClr val="EBF5FE"/>
                </a:solidFill>
                <a:latin typeface="Arial Black"/>
                <a:cs typeface="Arial Black"/>
              </a:rPr>
              <a:t>C</a:t>
            </a:r>
            <a:r>
              <a:rPr dirty="0" sz="10300" spc="-960">
                <a:solidFill>
                  <a:srgbClr val="EBF5FE"/>
                </a:solidFill>
                <a:latin typeface="Arial Black"/>
                <a:cs typeface="Arial Black"/>
              </a:rPr>
              <a:t>I</a:t>
            </a:r>
            <a:r>
              <a:rPr dirty="0" sz="10300" spc="-900">
                <a:solidFill>
                  <a:srgbClr val="EBF5FE"/>
                </a:solidFill>
                <a:latin typeface="Arial Black"/>
                <a:cs typeface="Arial Black"/>
              </a:rPr>
              <a:t>A</a:t>
            </a:r>
            <a:r>
              <a:rPr dirty="0" sz="10300" spc="-925">
                <a:solidFill>
                  <a:srgbClr val="EBF5FE"/>
                </a:solidFill>
                <a:latin typeface="Arial Black"/>
                <a:cs typeface="Arial Black"/>
              </a:rPr>
              <a:t>S</a:t>
            </a:r>
            <a:r>
              <a:rPr dirty="0" sz="10300" spc="-385">
                <a:solidFill>
                  <a:srgbClr val="EBF5FE"/>
                </a:solidFill>
                <a:latin typeface="Arial Black"/>
                <a:cs typeface="Arial Black"/>
              </a:rPr>
              <a:t>!</a:t>
            </a:r>
            <a:endParaRPr sz="10300">
              <a:latin typeface="Arial Black"/>
              <a:cs typeface="Arial Black"/>
            </a:endParaRPr>
          </a:p>
          <a:p>
            <a:pPr algn="ctr" marR="333375">
              <a:lnSpc>
                <a:spcPct val="100000"/>
              </a:lnSpc>
              <a:spcBef>
                <a:spcPts val="9940"/>
              </a:spcBef>
            </a:pPr>
            <a:r>
              <a:rPr dirty="0" sz="2100" spc="-70">
                <a:solidFill>
                  <a:srgbClr val="3C66BE"/>
                </a:solidFill>
                <a:latin typeface="Arial Black"/>
                <a:cs typeface="Arial Black"/>
              </a:rPr>
              <a:t>Aquila_Guard_Prototipo.html</a:t>
            </a:r>
            <a:endParaRPr sz="2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milovan</dc:creator>
  <cp:keywords>DAHY7keZ-9k,BAECXaYP-j0</cp:keywords>
  <dc:title>Navy Gradient Futuristic Computer Science Presentation</dc:title>
  <dcterms:created xsi:type="dcterms:W3CDTF">2026-10-26T11:40:32Z</dcterms:created>
  <dcterms:modified xsi:type="dcterms:W3CDTF">2026-10-26T11:40:32Z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Creator">
    <vt:lpwstr>Canva</vt:lpwstr>
  </property>
  <property fmtid="{D5CDD505-2E9C-101B-9397-08002B2CF9AE}" pid="5" name="LastSaved">
    <vt:filetime>2026-10-26T00:00:00Z</vt:filetime>
  </property>
  <property fmtid="{D5CDD505-2E9C-101B-9397-08002B2CF9AE}" pid="6" name="Producer">
    <vt:lpwstr>Canva</vt:lpwstr>
  </property>
</Properties>
</file>